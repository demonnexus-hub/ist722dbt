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2" r:id="rId4"/>
    <p:sldId id="258" r:id="rId5"/>
    <p:sldId id="264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41B293-D0BC-9E54-C02B-611C0775F22C}" v="269" dt="2026-03-29T02:28:11.089"/>
    <p1510:client id="{9FC8BDFA-5161-9785-02D1-2CE7DF5F0D37}" v="158" dt="2026-03-29T22:22:50.926"/>
    <p1510:client id="{BD9ABF7D-3EDC-F54B-A534-56781F61F11A}" v="44" dt="2026-03-29T23:02:21.051"/>
  </p1510:revLst>
</p1510:revInfo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6788046-39BA-420D-AAE9-AE6A6CA54804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5AA6A74-590C-4352-B493-329A16CD817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We defined success as being able to successfully deliver Fudgemart products within 3 days and FudgeFlix in 2 days.</a:t>
          </a:r>
        </a:p>
      </dgm:t>
    </dgm:pt>
    <dgm:pt modelId="{1C1A5450-BCA9-44B6-AE96-FF361D964340}" type="parTrans" cxnId="{C5398835-8C49-45A3-B4A4-F79E7D531B44}">
      <dgm:prSet/>
      <dgm:spPr/>
      <dgm:t>
        <a:bodyPr/>
        <a:lstStyle/>
        <a:p>
          <a:endParaRPr lang="en-US"/>
        </a:p>
      </dgm:t>
    </dgm:pt>
    <dgm:pt modelId="{10432530-6749-47E3-A8EA-9C6B22160EF9}" type="sibTrans" cxnId="{C5398835-8C49-45A3-B4A4-F79E7D531B44}">
      <dgm:prSet/>
      <dgm:spPr/>
      <dgm:t>
        <a:bodyPr/>
        <a:lstStyle/>
        <a:p>
          <a:endParaRPr lang="en-US"/>
        </a:p>
      </dgm:t>
    </dgm:pt>
    <dgm:pt modelId="{A278947B-E44A-41E9-A9F0-B75B0023FEE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Time from order to shipping</a:t>
          </a:r>
        </a:p>
      </dgm:t>
    </dgm:pt>
    <dgm:pt modelId="{F5846A7B-F15D-4077-8910-C98907C93772}" type="parTrans" cxnId="{6D618D1C-2F35-4F38-A511-5A09115BAFBB}">
      <dgm:prSet/>
      <dgm:spPr/>
      <dgm:t>
        <a:bodyPr/>
        <a:lstStyle/>
        <a:p>
          <a:endParaRPr lang="en-US"/>
        </a:p>
      </dgm:t>
    </dgm:pt>
    <dgm:pt modelId="{C7A5EA86-2037-4837-B93B-27124614A2C3}" type="sibTrans" cxnId="{6D618D1C-2F35-4F38-A511-5A09115BAFBB}">
      <dgm:prSet/>
      <dgm:spPr/>
      <dgm:t>
        <a:bodyPr/>
        <a:lstStyle/>
        <a:p>
          <a:endParaRPr lang="en-US"/>
        </a:p>
      </dgm:t>
    </dgm:pt>
    <dgm:pt modelId="{AE946228-A0C5-45F3-B19A-699AFC5E382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Shipping to required delivery date</a:t>
          </a:r>
        </a:p>
      </dgm:t>
    </dgm:pt>
    <dgm:pt modelId="{6A9CD8E9-6425-4B65-90F1-6240442B222C}" type="parTrans" cxnId="{91C0AC52-ACF1-436C-A2C5-B07078BE76AF}">
      <dgm:prSet/>
      <dgm:spPr/>
      <dgm:t>
        <a:bodyPr/>
        <a:lstStyle/>
        <a:p>
          <a:endParaRPr lang="en-US"/>
        </a:p>
      </dgm:t>
    </dgm:pt>
    <dgm:pt modelId="{9222E65A-89FF-4AC3-B39D-A404601E5C63}" type="sibTrans" cxnId="{91C0AC52-ACF1-436C-A2C5-B07078BE76AF}">
      <dgm:prSet/>
      <dgm:spPr/>
      <dgm:t>
        <a:bodyPr/>
        <a:lstStyle/>
        <a:p>
          <a:endParaRPr lang="en-US"/>
        </a:p>
      </dgm:t>
    </dgm:pt>
    <dgm:pt modelId="{CA054A08-E3ED-4CCE-8AD2-506406F38629}" type="pres">
      <dgm:prSet presAssocID="{86788046-39BA-420D-AAE9-AE6A6CA54804}" presName="root" presStyleCnt="0">
        <dgm:presLayoutVars>
          <dgm:dir/>
          <dgm:resizeHandles val="exact"/>
        </dgm:presLayoutVars>
      </dgm:prSet>
      <dgm:spPr/>
    </dgm:pt>
    <dgm:pt modelId="{27E362F2-753C-423B-A614-94AF0E448D8E}" type="pres">
      <dgm:prSet presAssocID="{E5AA6A74-590C-4352-B493-329A16CD8176}" presName="compNode" presStyleCnt="0"/>
      <dgm:spPr/>
    </dgm:pt>
    <dgm:pt modelId="{BA1F5544-1292-44D2-B2FE-1A73248B54CD}" type="pres">
      <dgm:prSet presAssocID="{E5AA6A74-590C-4352-B493-329A16CD8176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ibbon"/>
        </a:ext>
      </dgm:extLst>
    </dgm:pt>
    <dgm:pt modelId="{6A565749-5C3A-4BBF-B4D8-5E83B9A236A8}" type="pres">
      <dgm:prSet presAssocID="{E5AA6A74-590C-4352-B493-329A16CD8176}" presName="spaceRect" presStyleCnt="0"/>
      <dgm:spPr/>
    </dgm:pt>
    <dgm:pt modelId="{3D2FD71F-5C88-45D0-8BE7-75B29B36ABFD}" type="pres">
      <dgm:prSet presAssocID="{E5AA6A74-590C-4352-B493-329A16CD8176}" presName="textRect" presStyleLbl="revTx" presStyleIdx="0" presStyleCnt="3">
        <dgm:presLayoutVars>
          <dgm:chMax val="1"/>
          <dgm:chPref val="1"/>
        </dgm:presLayoutVars>
      </dgm:prSet>
      <dgm:spPr/>
    </dgm:pt>
    <dgm:pt modelId="{6F37A115-7B3E-4DFA-9222-109CDCCBAA63}" type="pres">
      <dgm:prSet presAssocID="{10432530-6749-47E3-A8EA-9C6B22160EF9}" presName="sibTrans" presStyleCnt="0"/>
      <dgm:spPr/>
    </dgm:pt>
    <dgm:pt modelId="{9C0ACA9A-A95A-4E9E-A7B9-B54DCABC6E92}" type="pres">
      <dgm:prSet presAssocID="{A278947B-E44A-41E9-A9F0-B75B0023FEE3}" presName="compNode" presStyleCnt="0"/>
      <dgm:spPr/>
    </dgm:pt>
    <dgm:pt modelId="{61AFB4B5-0D5F-44E8-94D4-E8E9879479F8}" type="pres">
      <dgm:prSet presAssocID="{A278947B-E44A-41E9-A9F0-B75B0023FEE3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uck"/>
        </a:ext>
      </dgm:extLst>
    </dgm:pt>
    <dgm:pt modelId="{EED750FE-2B9E-462A-93DC-18FF0C813103}" type="pres">
      <dgm:prSet presAssocID="{A278947B-E44A-41E9-A9F0-B75B0023FEE3}" presName="spaceRect" presStyleCnt="0"/>
      <dgm:spPr/>
    </dgm:pt>
    <dgm:pt modelId="{B14B5A7F-4A64-42FA-87B3-851CBEFC402B}" type="pres">
      <dgm:prSet presAssocID="{A278947B-E44A-41E9-A9F0-B75B0023FEE3}" presName="textRect" presStyleLbl="revTx" presStyleIdx="1" presStyleCnt="3">
        <dgm:presLayoutVars>
          <dgm:chMax val="1"/>
          <dgm:chPref val="1"/>
        </dgm:presLayoutVars>
      </dgm:prSet>
      <dgm:spPr/>
    </dgm:pt>
    <dgm:pt modelId="{A2797821-9620-4526-A17B-471A701E502C}" type="pres">
      <dgm:prSet presAssocID="{C7A5EA86-2037-4837-B93B-27124614A2C3}" presName="sibTrans" presStyleCnt="0"/>
      <dgm:spPr/>
    </dgm:pt>
    <dgm:pt modelId="{2E7C0F57-7D4E-4D4F-A38F-7559907EC904}" type="pres">
      <dgm:prSet presAssocID="{AE946228-A0C5-45F3-B19A-699AFC5E382B}" presName="compNode" presStyleCnt="0"/>
      <dgm:spPr/>
    </dgm:pt>
    <dgm:pt modelId="{54CBBDB6-AFE8-42CC-8ADD-C7B01F6762FE}" type="pres">
      <dgm:prSet presAssocID="{AE946228-A0C5-45F3-B19A-699AFC5E382B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x trolley"/>
        </a:ext>
      </dgm:extLst>
    </dgm:pt>
    <dgm:pt modelId="{7BAADE1B-9272-4923-AD0D-396C2BCCFDBB}" type="pres">
      <dgm:prSet presAssocID="{AE946228-A0C5-45F3-B19A-699AFC5E382B}" presName="spaceRect" presStyleCnt="0"/>
      <dgm:spPr/>
    </dgm:pt>
    <dgm:pt modelId="{5FFD3DBB-FF6B-4FE7-B2C3-F478F0E65A00}" type="pres">
      <dgm:prSet presAssocID="{AE946228-A0C5-45F3-B19A-699AFC5E382B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6D618D1C-2F35-4F38-A511-5A09115BAFBB}" srcId="{86788046-39BA-420D-AAE9-AE6A6CA54804}" destId="{A278947B-E44A-41E9-A9F0-B75B0023FEE3}" srcOrd="1" destOrd="0" parTransId="{F5846A7B-F15D-4077-8910-C98907C93772}" sibTransId="{C7A5EA86-2037-4837-B93B-27124614A2C3}"/>
    <dgm:cxn modelId="{FF62EC1F-348E-475C-AD11-A8579F16508E}" type="presOf" srcId="{E5AA6A74-590C-4352-B493-329A16CD8176}" destId="{3D2FD71F-5C88-45D0-8BE7-75B29B36ABFD}" srcOrd="0" destOrd="0" presId="urn:microsoft.com/office/officeart/2018/2/layout/IconLabelList"/>
    <dgm:cxn modelId="{C5398835-8C49-45A3-B4A4-F79E7D531B44}" srcId="{86788046-39BA-420D-AAE9-AE6A6CA54804}" destId="{E5AA6A74-590C-4352-B493-329A16CD8176}" srcOrd="0" destOrd="0" parTransId="{1C1A5450-BCA9-44B6-AE96-FF361D964340}" sibTransId="{10432530-6749-47E3-A8EA-9C6B22160EF9}"/>
    <dgm:cxn modelId="{108B834C-3EE7-4C04-A746-289B586813D0}" type="presOf" srcId="{AE946228-A0C5-45F3-B19A-699AFC5E382B}" destId="{5FFD3DBB-FF6B-4FE7-B2C3-F478F0E65A00}" srcOrd="0" destOrd="0" presId="urn:microsoft.com/office/officeart/2018/2/layout/IconLabelList"/>
    <dgm:cxn modelId="{91C0AC52-ACF1-436C-A2C5-B07078BE76AF}" srcId="{86788046-39BA-420D-AAE9-AE6A6CA54804}" destId="{AE946228-A0C5-45F3-B19A-699AFC5E382B}" srcOrd="2" destOrd="0" parTransId="{6A9CD8E9-6425-4B65-90F1-6240442B222C}" sibTransId="{9222E65A-89FF-4AC3-B39D-A404601E5C63}"/>
    <dgm:cxn modelId="{5BD02DA0-98A0-4716-9932-1C75455BDBCF}" type="presOf" srcId="{86788046-39BA-420D-AAE9-AE6A6CA54804}" destId="{CA054A08-E3ED-4CCE-8AD2-506406F38629}" srcOrd="0" destOrd="0" presId="urn:microsoft.com/office/officeart/2018/2/layout/IconLabelList"/>
    <dgm:cxn modelId="{12E25DCB-C5C1-4BBC-9E1E-56385D9A66E2}" type="presOf" srcId="{A278947B-E44A-41E9-A9F0-B75B0023FEE3}" destId="{B14B5A7F-4A64-42FA-87B3-851CBEFC402B}" srcOrd="0" destOrd="0" presId="urn:microsoft.com/office/officeart/2018/2/layout/IconLabelList"/>
    <dgm:cxn modelId="{F31CEA84-117E-44FE-97A2-83FFB8E9C773}" type="presParOf" srcId="{CA054A08-E3ED-4CCE-8AD2-506406F38629}" destId="{27E362F2-753C-423B-A614-94AF0E448D8E}" srcOrd="0" destOrd="0" presId="urn:microsoft.com/office/officeart/2018/2/layout/IconLabelList"/>
    <dgm:cxn modelId="{C1025E06-23C0-4748-B8DD-648D85C3B012}" type="presParOf" srcId="{27E362F2-753C-423B-A614-94AF0E448D8E}" destId="{BA1F5544-1292-44D2-B2FE-1A73248B54CD}" srcOrd="0" destOrd="0" presId="urn:microsoft.com/office/officeart/2018/2/layout/IconLabelList"/>
    <dgm:cxn modelId="{FEE8C9D1-FD30-4CEC-B848-82DB4F4D7FE8}" type="presParOf" srcId="{27E362F2-753C-423B-A614-94AF0E448D8E}" destId="{6A565749-5C3A-4BBF-B4D8-5E83B9A236A8}" srcOrd="1" destOrd="0" presId="urn:microsoft.com/office/officeart/2018/2/layout/IconLabelList"/>
    <dgm:cxn modelId="{C67A3CF4-58C4-467F-8757-B46FD98C7A04}" type="presParOf" srcId="{27E362F2-753C-423B-A614-94AF0E448D8E}" destId="{3D2FD71F-5C88-45D0-8BE7-75B29B36ABFD}" srcOrd="2" destOrd="0" presId="urn:microsoft.com/office/officeart/2018/2/layout/IconLabelList"/>
    <dgm:cxn modelId="{B56A32E2-3851-41A6-B29D-0AC35A9496B9}" type="presParOf" srcId="{CA054A08-E3ED-4CCE-8AD2-506406F38629}" destId="{6F37A115-7B3E-4DFA-9222-109CDCCBAA63}" srcOrd="1" destOrd="0" presId="urn:microsoft.com/office/officeart/2018/2/layout/IconLabelList"/>
    <dgm:cxn modelId="{553C756A-90A0-41E1-AC26-7F99D1F9AD0E}" type="presParOf" srcId="{CA054A08-E3ED-4CCE-8AD2-506406F38629}" destId="{9C0ACA9A-A95A-4E9E-A7B9-B54DCABC6E92}" srcOrd="2" destOrd="0" presId="urn:microsoft.com/office/officeart/2018/2/layout/IconLabelList"/>
    <dgm:cxn modelId="{12D88180-0F83-4922-AEA0-4A0B3078E87A}" type="presParOf" srcId="{9C0ACA9A-A95A-4E9E-A7B9-B54DCABC6E92}" destId="{61AFB4B5-0D5F-44E8-94D4-E8E9879479F8}" srcOrd="0" destOrd="0" presId="urn:microsoft.com/office/officeart/2018/2/layout/IconLabelList"/>
    <dgm:cxn modelId="{664BB346-31B3-4EA3-9D2D-D54ED4AD9123}" type="presParOf" srcId="{9C0ACA9A-A95A-4E9E-A7B9-B54DCABC6E92}" destId="{EED750FE-2B9E-462A-93DC-18FF0C813103}" srcOrd="1" destOrd="0" presId="urn:microsoft.com/office/officeart/2018/2/layout/IconLabelList"/>
    <dgm:cxn modelId="{915386EC-BF50-42F7-9655-B9E7CDCC38E3}" type="presParOf" srcId="{9C0ACA9A-A95A-4E9E-A7B9-B54DCABC6E92}" destId="{B14B5A7F-4A64-42FA-87B3-851CBEFC402B}" srcOrd="2" destOrd="0" presId="urn:microsoft.com/office/officeart/2018/2/layout/IconLabelList"/>
    <dgm:cxn modelId="{A7BE7AC5-F967-4DBB-9198-514C2A1F6AC1}" type="presParOf" srcId="{CA054A08-E3ED-4CCE-8AD2-506406F38629}" destId="{A2797821-9620-4526-A17B-471A701E502C}" srcOrd="3" destOrd="0" presId="urn:microsoft.com/office/officeart/2018/2/layout/IconLabelList"/>
    <dgm:cxn modelId="{1FF7DB2B-9DBC-4242-BCF6-BE895D346E6D}" type="presParOf" srcId="{CA054A08-E3ED-4CCE-8AD2-506406F38629}" destId="{2E7C0F57-7D4E-4D4F-A38F-7559907EC904}" srcOrd="4" destOrd="0" presId="urn:microsoft.com/office/officeart/2018/2/layout/IconLabelList"/>
    <dgm:cxn modelId="{037C9A39-D835-412E-961D-367178A9F4C2}" type="presParOf" srcId="{2E7C0F57-7D4E-4D4F-A38F-7559907EC904}" destId="{54CBBDB6-AFE8-42CC-8ADD-C7B01F6762FE}" srcOrd="0" destOrd="0" presId="urn:microsoft.com/office/officeart/2018/2/layout/IconLabelList"/>
    <dgm:cxn modelId="{7A569740-850D-4E4D-AA82-AE855D6D25B5}" type="presParOf" srcId="{2E7C0F57-7D4E-4D4F-A38F-7559907EC904}" destId="{7BAADE1B-9272-4923-AD0D-396C2BCCFDBB}" srcOrd="1" destOrd="0" presId="urn:microsoft.com/office/officeart/2018/2/layout/IconLabelList"/>
    <dgm:cxn modelId="{6E886940-50B5-4000-9ECC-A8FB504144F2}" type="presParOf" srcId="{2E7C0F57-7D4E-4D4F-A38F-7559907EC904}" destId="{5FFD3DBB-FF6B-4FE7-B2C3-F478F0E65A00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1F5544-1292-44D2-B2FE-1A73248B54CD}">
      <dsp:nvSpPr>
        <dsp:cNvPr id="0" name=""/>
        <dsp:cNvSpPr/>
      </dsp:nvSpPr>
      <dsp:spPr>
        <a:xfrm>
          <a:off x="947201" y="430927"/>
          <a:ext cx="1451800" cy="14518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2FD71F-5C88-45D0-8BE7-75B29B36ABFD}">
      <dsp:nvSpPr>
        <dsp:cNvPr id="0" name=""/>
        <dsp:cNvSpPr/>
      </dsp:nvSpPr>
      <dsp:spPr>
        <a:xfrm>
          <a:off x="59990" y="2266148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We defined success as being able to successfully deliver Fudgemart products within 3 days and FudgeFlix in 2 days.</a:t>
          </a:r>
        </a:p>
      </dsp:txBody>
      <dsp:txXfrm>
        <a:off x="59990" y="2266148"/>
        <a:ext cx="3226223" cy="720000"/>
      </dsp:txXfrm>
    </dsp:sp>
    <dsp:sp modelId="{61AFB4B5-0D5F-44E8-94D4-E8E9879479F8}">
      <dsp:nvSpPr>
        <dsp:cNvPr id="0" name=""/>
        <dsp:cNvSpPr/>
      </dsp:nvSpPr>
      <dsp:spPr>
        <a:xfrm>
          <a:off x="4738014" y="430927"/>
          <a:ext cx="1451800" cy="14518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4B5A7F-4A64-42FA-87B3-851CBEFC402B}">
      <dsp:nvSpPr>
        <dsp:cNvPr id="0" name=""/>
        <dsp:cNvSpPr/>
      </dsp:nvSpPr>
      <dsp:spPr>
        <a:xfrm>
          <a:off x="3850802" y="2266148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Time from order to shipping</a:t>
          </a:r>
        </a:p>
      </dsp:txBody>
      <dsp:txXfrm>
        <a:off x="3850802" y="2266148"/>
        <a:ext cx="3226223" cy="720000"/>
      </dsp:txXfrm>
    </dsp:sp>
    <dsp:sp modelId="{54CBBDB6-AFE8-42CC-8ADD-C7B01F6762FE}">
      <dsp:nvSpPr>
        <dsp:cNvPr id="0" name=""/>
        <dsp:cNvSpPr/>
      </dsp:nvSpPr>
      <dsp:spPr>
        <a:xfrm>
          <a:off x="8528826" y="430927"/>
          <a:ext cx="1451800" cy="14518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FD3DBB-FF6B-4FE7-B2C3-F478F0E65A00}">
      <dsp:nvSpPr>
        <dsp:cNvPr id="0" name=""/>
        <dsp:cNvSpPr/>
      </dsp:nvSpPr>
      <dsp:spPr>
        <a:xfrm>
          <a:off x="7641615" y="2266148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Shipping to required delivery date</a:t>
          </a:r>
        </a:p>
      </dsp:txBody>
      <dsp:txXfrm>
        <a:off x="7641615" y="2266148"/>
        <a:ext cx="3226223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delivery drone carrying a package inside a warehouse">
            <a:extLst>
              <a:ext uri="{FF2B5EF4-FFF2-40B4-BE49-F238E27FC236}">
                <a16:creationId xmlns:a16="http://schemas.microsoft.com/office/drawing/2014/main" id="{FFB6B361-D246-3B3F-95E2-17E6027D821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r="-2" b="-2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Order Fulfillment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100">
                <a:solidFill>
                  <a:srgbClr val="FFFFFF"/>
                </a:solidFill>
              </a:rPr>
              <a:t>By: Jordan Dubreil</a:t>
            </a:r>
          </a:p>
          <a:p>
            <a:r>
              <a:rPr lang="en-US" sz="1100">
                <a:solidFill>
                  <a:srgbClr val="FFFFFF"/>
                </a:solidFill>
              </a:rPr>
              <a:t>Ryan Perkins</a:t>
            </a:r>
          </a:p>
          <a:p>
            <a:r>
              <a:rPr lang="en-US" sz="1100">
                <a:solidFill>
                  <a:srgbClr val="FFFFFF"/>
                </a:solidFill>
              </a:rPr>
              <a:t>Kaumil Patel</a:t>
            </a:r>
          </a:p>
          <a:p>
            <a:r>
              <a:rPr lang="en-US" sz="1100">
                <a:solidFill>
                  <a:srgbClr val="FFFFFF"/>
                </a:solidFill>
              </a:rPr>
              <a:t>David Eister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30DB3E-5C2C-5B96-3360-8E3C01F03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US" sz="4000"/>
              <a:t>Business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6F3695-FDB4-330E-4DEA-D85CE4DD0F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/>
              <a:t>An important part of any business is ensuring that the products that are provided are delivered in a reasonable time. </a:t>
            </a:r>
          </a:p>
          <a:p>
            <a:r>
              <a:rPr lang="en-US" sz="2000" dirty="0"/>
              <a:t>Allows us to work efficiently and give us a </a:t>
            </a:r>
            <a:r>
              <a:rPr lang="en-US" sz="2000"/>
              <a:t>competitive</a:t>
            </a:r>
            <a:r>
              <a:rPr lang="en-US" sz="2000" dirty="0"/>
              <a:t> advantage.</a:t>
            </a:r>
          </a:p>
          <a:p>
            <a:r>
              <a:rPr lang="en-US" sz="2000"/>
              <a:t>Create customer loyalty and satisfaction leads to more revenue</a:t>
            </a:r>
          </a:p>
        </p:txBody>
      </p:sp>
      <p:pic>
        <p:nvPicPr>
          <p:cNvPr id="5" name="Picture 4" descr="Cardboard boxes on conveyor belt">
            <a:extLst>
              <a:ext uri="{FF2B5EF4-FFF2-40B4-BE49-F238E27FC236}">
                <a16:creationId xmlns:a16="http://schemas.microsoft.com/office/drawing/2014/main" id="{1B9AFEB6-69CE-F28C-7A1B-967376CD6A5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773" r="19467" b="-3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226299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97C87-B42C-5A56-D0C2-EC53A3211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High Level Dimensional Model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E4A2EFB-6CCD-689C-A193-03E1748F29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8691577"/>
              </p:ext>
            </p:extLst>
          </p:nvPr>
        </p:nvGraphicFramePr>
        <p:xfrm>
          <a:off x="657225" y="1943100"/>
          <a:ext cx="10876920" cy="4275610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164530077"/>
                    </a:ext>
                  </a:extLst>
                </a:gridCol>
                <a:gridCol w="1276350">
                  <a:extLst>
                    <a:ext uri="{9D8B030D-6E8A-4147-A177-3AD203B41FA5}">
                      <a16:colId xmlns:a16="http://schemas.microsoft.com/office/drawing/2014/main" val="1317640353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996320468"/>
                    </a:ext>
                  </a:extLst>
                </a:gridCol>
                <a:gridCol w="1343025">
                  <a:extLst>
                    <a:ext uri="{9D8B030D-6E8A-4147-A177-3AD203B41FA5}">
                      <a16:colId xmlns:a16="http://schemas.microsoft.com/office/drawing/2014/main" val="3514417736"/>
                    </a:ext>
                  </a:extLst>
                </a:gridCol>
                <a:gridCol w="3400425">
                  <a:extLst>
                    <a:ext uri="{9D8B030D-6E8A-4147-A177-3AD203B41FA5}">
                      <a16:colId xmlns:a16="http://schemas.microsoft.com/office/drawing/2014/main" val="3147515405"/>
                    </a:ext>
                  </a:extLst>
                </a:gridCol>
                <a:gridCol w="1235080">
                  <a:extLst>
                    <a:ext uri="{9D8B030D-6E8A-4147-A177-3AD203B41FA5}">
                      <a16:colId xmlns:a16="http://schemas.microsoft.com/office/drawing/2014/main" val="4126839149"/>
                    </a:ext>
                  </a:extLst>
                </a:gridCol>
                <a:gridCol w="707390">
                  <a:extLst>
                    <a:ext uri="{9D8B030D-6E8A-4147-A177-3AD203B41FA5}">
                      <a16:colId xmlns:a16="http://schemas.microsoft.com/office/drawing/2014/main" val="1301691493"/>
                    </a:ext>
                  </a:extLst>
                </a:gridCol>
              </a:tblGrid>
              <a:tr h="17430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Business</a:t>
                      </a:r>
                      <a:br>
                        <a:rPr lang="en-US">
                          <a:effectLst/>
                        </a:rPr>
                      </a:br>
                      <a:r>
                        <a:rPr lang="en-US">
                          <a:effectLst/>
                        </a:rPr>
                        <a:t>Process</a:t>
                      </a:r>
                      <a:br>
                        <a:rPr lang="en-US">
                          <a:effectLst/>
                        </a:rPr>
                      </a:br>
                      <a:r>
                        <a:rPr lang="en-US">
                          <a:effectLst/>
                        </a:rPr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Fact</a:t>
                      </a:r>
                      <a:br>
                        <a:rPr lang="en-US">
                          <a:effectLst/>
                        </a:rPr>
                      </a:br>
                      <a:r>
                        <a:rPr lang="en-US">
                          <a:effectLst/>
                        </a:rPr>
                        <a:t>Table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Fact</a:t>
                      </a:r>
                      <a:br>
                        <a:rPr lang="en-US">
                          <a:effectLst/>
                        </a:rPr>
                      </a:br>
                      <a:r>
                        <a:rPr lang="en-US">
                          <a:effectLst/>
                        </a:rPr>
                        <a:t>Grain</a:t>
                      </a:r>
                      <a:br>
                        <a:rPr lang="en-US">
                          <a:effectLst/>
                        </a:rPr>
                      </a:br>
                      <a:r>
                        <a:rPr lang="en-US">
                          <a:effectLst/>
                        </a:rPr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err="1">
                          <a:effectLst/>
                        </a:rPr>
                        <a:t>Granulairty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Facts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dim customer</a:t>
                      </a:r>
                      <a:endParaRPr lang="en-US" err="1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dim date</a:t>
                      </a:r>
                      <a:endParaRPr lang="en-US" err="1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9585644"/>
                  </a:ext>
                </a:extLst>
              </a:tr>
              <a:tr h="25325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Order Fulfillment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fact order fulfillment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Accumulating Snapshot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effectLst/>
                        </a:rPr>
                        <a:t>One row per order (across all products on order)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err="1">
                          <a:effectLst/>
                        </a:rPr>
                        <a:t>quantityoforder</a:t>
                      </a:r>
                      <a:endParaRPr lang="en-US" err="1"/>
                    </a:p>
                    <a:p>
                      <a:pPr lvl="0" algn="ctr">
                        <a:buNone/>
                      </a:pPr>
                      <a:r>
                        <a:rPr lang="en-US" err="1">
                          <a:effectLst/>
                        </a:rPr>
                        <a:t>daysfromordertoshipped</a:t>
                      </a:r>
                      <a:endParaRPr lang="en-US">
                        <a:effectLst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err="1">
                          <a:effectLst/>
                        </a:rPr>
                        <a:t>daysfromordertorequired</a:t>
                      </a:r>
                      <a:endParaRPr lang="en-US">
                        <a:effectLst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err="1">
                          <a:effectLst/>
                        </a:rPr>
                        <a:t>shippedrequireddetla</a:t>
                      </a:r>
                      <a:endParaRPr lang="en-US">
                        <a:effectLst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err="1">
                          <a:effectLst/>
                        </a:rPr>
                        <a:t>shippedontime</a:t>
                      </a:r>
                      <a:endParaRPr lang="en-US" err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71369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81071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A1AE2-34AB-A889-D29E-F2A33FBFD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721"/>
            <a:ext cx="4707671" cy="1225650"/>
          </a:xfrm>
        </p:spPr>
        <p:txBody>
          <a:bodyPr anchor="b">
            <a:normAutofit/>
          </a:bodyPr>
          <a:lstStyle/>
          <a:p>
            <a:r>
              <a:rPr lang="en-US" sz="3800">
                <a:solidFill>
                  <a:schemeClr val="bg1"/>
                </a:solidFill>
              </a:rPr>
              <a:t>Order fulfillment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EA38897-7BA3-4408-8083-3235339C4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1873" y="1749756"/>
            <a:ext cx="4718304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1B040D7-557E-F2B3-60FF-865FC25364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7769" y="1909192"/>
            <a:ext cx="4586513" cy="364771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Created a Star schema that </a:t>
            </a:r>
            <a:r>
              <a:rPr lang="en-US" sz="2000">
                <a:solidFill>
                  <a:schemeClr val="bg1"/>
                </a:solidFill>
              </a:rPr>
              <a:t>connects</a:t>
            </a:r>
            <a:r>
              <a:rPr lang="en-US" sz="2000" dirty="0">
                <a:solidFill>
                  <a:schemeClr val="bg1"/>
                </a:solidFill>
              </a:rPr>
              <a:t> our fact table to our customers</a:t>
            </a:r>
          </a:p>
          <a:p>
            <a:r>
              <a:rPr lang="en-US" sz="2000" dirty="0">
                <a:solidFill>
                  <a:schemeClr val="bg1"/>
                </a:solidFill>
              </a:rPr>
              <a:t>Orders could have been another dimension but </a:t>
            </a:r>
            <a:r>
              <a:rPr lang="en-US" sz="2000">
                <a:solidFill>
                  <a:schemeClr val="bg1"/>
                </a:solidFill>
              </a:rPr>
              <a:t>did not</a:t>
            </a:r>
            <a:r>
              <a:rPr lang="en-US" sz="2000" dirty="0">
                <a:solidFill>
                  <a:schemeClr val="bg1"/>
                </a:solidFill>
              </a:rPr>
              <a:t> directly </a:t>
            </a:r>
            <a:r>
              <a:rPr lang="en-US" sz="2000">
                <a:solidFill>
                  <a:schemeClr val="bg1"/>
                </a:solidFill>
              </a:rPr>
              <a:t>affect</a:t>
            </a:r>
            <a:r>
              <a:rPr lang="en-US" sz="2000" dirty="0">
                <a:solidFill>
                  <a:schemeClr val="bg1"/>
                </a:solidFill>
              </a:rPr>
              <a:t> the order process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11AD06B-AB20-4097-8606-5DA00DBAC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4027" y="5707672"/>
            <a:ext cx="471399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D703755-FE0D-3774-91FD-57236A56B7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1402" y="822389"/>
            <a:ext cx="5666547" cy="5213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0429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2A1E6-6EF8-7D30-833D-8404B53B6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Dim &amp; Fact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28A6EB-3B4E-915D-F16D-CA2BC8862B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8B6CA846-8423-27BF-D644-1CF83F7E95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5336" y="1825204"/>
            <a:ext cx="4796988" cy="4350152"/>
          </a:xfrm>
          <a:prstGeom prst="rect">
            <a:avLst/>
          </a:prstGeom>
        </p:spPr>
      </p:pic>
      <p:pic>
        <p:nvPicPr>
          <p:cNvPr id="7" name="Picture 6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8737A7B4-4571-4E3C-B309-853F23C05D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683" y="1825205"/>
            <a:ext cx="4954976" cy="4350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4339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37E604-1EEF-1303-D940-B3FB8467C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Parameters and Success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0D3F3A4-B863-5801-19CB-53CD9558DF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13233181"/>
              </p:ext>
            </p:extLst>
          </p:nvPr>
        </p:nvGraphicFramePr>
        <p:xfrm>
          <a:off x="630326" y="3430633"/>
          <a:ext cx="10927829" cy="34170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048183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0C0CCF94-9536-4A63-8FF2-E37827C927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C970655A-F4C2-4D7E-BAB6-D3BFC5CAE1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918174"/>
            <a:ext cx="12192000" cy="4939827"/>
          </a:xfrm>
          <a:custGeom>
            <a:avLst/>
            <a:gdLst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43464 w 12192000"/>
              <a:gd name="connsiteY12" fmla="*/ 68367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37675 w 12192000"/>
              <a:gd name="connsiteY17" fmla="*/ 204438 h 4939827"/>
              <a:gd name="connsiteX18" fmla="*/ 7952584 w 12192000"/>
              <a:gd name="connsiteY18" fmla="*/ 170181 h 4939827"/>
              <a:gd name="connsiteX19" fmla="*/ 8009534 w 12192000"/>
              <a:gd name="connsiteY19" fmla="*/ 176441 h 4939827"/>
              <a:gd name="connsiteX20" fmla="*/ 8058681 w 12192000"/>
              <a:gd name="connsiteY20" fmla="*/ 219431 h 4939827"/>
              <a:gd name="connsiteX21" fmla="*/ 8126175 w 12192000"/>
              <a:gd name="connsiteY21" fmla="*/ 240005 h 4939827"/>
              <a:gd name="connsiteX22" fmla="*/ 8166439 w 12192000"/>
              <a:gd name="connsiteY22" fmla="*/ 252699 h 4939827"/>
              <a:gd name="connsiteX23" fmla="*/ 8281371 w 12192000"/>
              <a:gd name="connsiteY23" fmla="*/ 256875 h 4939827"/>
              <a:gd name="connsiteX24" fmla="*/ 8381609 w 12192000"/>
              <a:gd name="connsiteY24" fmla="*/ 240618 h 4939827"/>
              <a:gd name="connsiteX25" fmla="*/ 8406759 w 12192000"/>
              <a:gd name="connsiteY25" fmla="*/ 232517 h 4939827"/>
              <a:gd name="connsiteX26" fmla="*/ 8426506 w 12192000"/>
              <a:gd name="connsiteY26" fmla="*/ 241842 h 4939827"/>
              <a:gd name="connsiteX27" fmla="*/ 8427949 w 12192000"/>
              <a:gd name="connsiteY27" fmla="*/ 240981 h 4939827"/>
              <a:gd name="connsiteX28" fmla="*/ 8441468 w 12192000"/>
              <a:gd name="connsiteY28" fmla="*/ 241157 h 4939827"/>
              <a:gd name="connsiteX29" fmla="*/ 8565757 w 12192000"/>
              <a:gd name="connsiteY29" fmla="*/ 255317 h 4939827"/>
              <a:gd name="connsiteX30" fmla="*/ 8573171 w 12192000"/>
              <a:gd name="connsiteY30" fmla="*/ 258426 h 4939827"/>
              <a:gd name="connsiteX31" fmla="*/ 8573548 w 12192000"/>
              <a:gd name="connsiteY31" fmla="*/ 258241 h 4939827"/>
              <a:gd name="connsiteX32" fmla="*/ 8581827 w 12192000"/>
              <a:gd name="connsiteY32" fmla="*/ 261028 h 4939827"/>
              <a:gd name="connsiteX33" fmla="*/ 8586687 w 12192000"/>
              <a:gd name="connsiteY33" fmla="*/ 264089 h 4939827"/>
              <a:gd name="connsiteX34" fmla="*/ 8601067 w 12192000"/>
              <a:gd name="connsiteY34" fmla="*/ 270114 h 4939827"/>
              <a:gd name="connsiteX35" fmla="*/ 8672650 w 12192000"/>
              <a:gd name="connsiteY35" fmla="*/ 254821 h 4939827"/>
              <a:gd name="connsiteX36" fmla="*/ 8785543 w 12192000"/>
              <a:gd name="connsiteY36" fmla="*/ 263406 h 4939827"/>
              <a:gd name="connsiteX37" fmla="*/ 8830588 w 12192000"/>
              <a:gd name="connsiteY37" fmla="*/ 265483 h 4939827"/>
              <a:gd name="connsiteX38" fmla="*/ 8905142 w 12192000"/>
              <a:gd name="connsiteY38" fmla="*/ 264958 h 4939827"/>
              <a:gd name="connsiteX39" fmla="*/ 8968582 w 12192000"/>
              <a:gd name="connsiteY39" fmla="*/ 262728 h 4939827"/>
              <a:gd name="connsiteX40" fmla="*/ 8972994 w 12192000"/>
              <a:gd name="connsiteY40" fmla="*/ 263284 h 4939827"/>
              <a:gd name="connsiteX41" fmla="*/ 9004605 w 12192000"/>
              <a:gd name="connsiteY41" fmla="*/ 258041 h 4939827"/>
              <a:gd name="connsiteX42" fmla="*/ 9016165 w 12192000"/>
              <a:gd name="connsiteY42" fmla="*/ 261258 h 4939827"/>
              <a:gd name="connsiteX43" fmla="*/ 9043297 w 12192000"/>
              <a:gd name="connsiteY43" fmla="*/ 281547 h 4939827"/>
              <a:gd name="connsiteX44" fmla="*/ 9048315 w 12192000"/>
              <a:gd name="connsiteY44" fmla="*/ 279264 h 4939827"/>
              <a:gd name="connsiteX45" fmla="*/ 9054706 w 12192000"/>
              <a:gd name="connsiteY45" fmla="*/ 278538 h 4939827"/>
              <a:gd name="connsiteX46" fmla="*/ 9070919 w 12192000"/>
              <a:gd name="connsiteY46" fmla="*/ 281810 h 4939827"/>
              <a:gd name="connsiteX47" fmla="*/ 9076813 w 12192000"/>
              <a:gd name="connsiteY47" fmla="*/ 283909 h 4939827"/>
              <a:gd name="connsiteX48" fmla="*/ 9085871 w 12192000"/>
              <a:gd name="connsiteY48" fmla="*/ 285133 h 4939827"/>
              <a:gd name="connsiteX49" fmla="*/ 9086159 w 12192000"/>
              <a:gd name="connsiteY49" fmla="*/ 284887 h 4939827"/>
              <a:gd name="connsiteX50" fmla="*/ 9134606 w 12192000"/>
              <a:gd name="connsiteY50" fmla="*/ 288168 h 4939827"/>
              <a:gd name="connsiteX51" fmla="*/ 9195590 w 12192000"/>
              <a:gd name="connsiteY51" fmla="*/ 279568 h 4939827"/>
              <a:gd name="connsiteX52" fmla="*/ 9219336 w 12192000"/>
              <a:gd name="connsiteY52" fmla="*/ 278133 h 4939827"/>
              <a:gd name="connsiteX53" fmla="*/ 9232362 w 12192000"/>
              <a:gd name="connsiteY53" fmla="*/ 275894 h 4939827"/>
              <a:gd name="connsiteX54" fmla="*/ 9233396 w 12192000"/>
              <a:gd name="connsiteY54" fmla="*/ 274803 h 4939827"/>
              <a:gd name="connsiteX55" fmla="*/ 9256213 w 12192000"/>
              <a:gd name="connsiteY55" fmla="*/ 281576 h 4939827"/>
              <a:gd name="connsiteX56" fmla="*/ 9262377 w 12192000"/>
              <a:gd name="connsiteY56" fmla="*/ 286635 h 4939827"/>
              <a:gd name="connsiteX57" fmla="*/ 9287089 w 12192000"/>
              <a:gd name="connsiteY57" fmla="*/ 303891 h 4939827"/>
              <a:gd name="connsiteX58" fmla="*/ 9371484 w 12192000"/>
              <a:gd name="connsiteY58" fmla="*/ 329634 h 4939827"/>
              <a:gd name="connsiteX59" fmla="*/ 9404829 w 12192000"/>
              <a:gd name="connsiteY59" fmla="*/ 339038 h 4939827"/>
              <a:gd name="connsiteX60" fmla="*/ 9427021 w 12192000"/>
              <a:gd name="connsiteY60" fmla="*/ 358784 h 4939827"/>
              <a:gd name="connsiteX61" fmla="*/ 9670844 w 12192000"/>
              <a:gd name="connsiteY61" fmla="*/ 405128 h 4939827"/>
              <a:gd name="connsiteX62" fmla="*/ 9816083 w 12192000"/>
              <a:gd name="connsiteY62" fmla="*/ 416573 h 4939827"/>
              <a:gd name="connsiteX63" fmla="*/ 9936741 w 12192000"/>
              <a:gd name="connsiteY63" fmla="*/ 437044 h 4939827"/>
              <a:gd name="connsiteX64" fmla="*/ 10050093 w 12192000"/>
              <a:gd name="connsiteY64" fmla="*/ 443783 h 4939827"/>
              <a:gd name="connsiteX65" fmla="*/ 10130090 w 12192000"/>
              <a:gd name="connsiteY65" fmla="*/ 459520 h 4939827"/>
              <a:gd name="connsiteX66" fmla="*/ 10173456 w 12192000"/>
              <a:gd name="connsiteY66" fmla="*/ 457749 h 4939827"/>
              <a:gd name="connsiteX67" fmla="*/ 10218232 w 12192000"/>
              <a:gd name="connsiteY67" fmla="*/ 459820 h 4939827"/>
              <a:gd name="connsiteX68" fmla="*/ 10354176 w 12192000"/>
              <a:gd name="connsiteY68" fmla="*/ 471377 h 4939827"/>
              <a:gd name="connsiteX69" fmla="*/ 10430681 w 12192000"/>
              <a:gd name="connsiteY69" fmla="*/ 481226 h 4939827"/>
              <a:gd name="connsiteX70" fmla="*/ 10478169 w 12192000"/>
              <a:gd name="connsiteY70" fmla="*/ 481774 h 4939827"/>
              <a:gd name="connsiteX71" fmla="*/ 10540907 w 12192000"/>
              <a:gd name="connsiteY71" fmla="*/ 485607 h 4939827"/>
              <a:gd name="connsiteX72" fmla="*/ 10614941 w 12192000"/>
              <a:gd name="connsiteY72" fmla="*/ 487592 h 4939827"/>
              <a:gd name="connsiteX73" fmla="*/ 10674098 w 12192000"/>
              <a:gd name="connsiteY73" fmla="*/ 521656 h 4939827"/>
              <a:gd name="connsiteX74" fmla="*/ 10874834 w 12192000"/>
              <a:gd name="connsiteY74" fmla="*/ 574867 h 4939827"/>
              <a:gd name="connsiteX75" fmla="*/ 10944981 w 12192000"/>
              <a:gd name="connsiteY75" fmla="*/ 615042 h 4939827"/>
              <a:gd name="connsiteX76" fmla="*/ 11006376 w 12192000"/>
              <a:gd name="connsiteY76" fmla="*/ 645957 h 4939827"/>
              <a:gd name="connsiteX77" fmla="*/ 11076308 w 12192000"/>
              <a:gd name="connsiteY77" fmla="*/ 675698 h 4939827"/>
              <a:gd name="connsiteX78" fmla="*/ 11148789 w 12192000"/>
              <a:gd name="connsiteY78" fmla="*/ 685041 h 4939827"/>
              <a:gd name="connsiteX79" fmla="*/ 11249129 w 12192000"/>
              <a:gd name="connsiteY79" fmla="*/ 684218 h 4939827"/>
              <a:gd name="connsiteX80" fmla="*/ 11299915 w 12192000"/>
              <a:gd name="connsiteY80" fmla="*/ 692177 h 4939827"/>
              <a:gd name="connsiteX81" fmla="*/ 11386973 w 12192000"/>
              <a:gd name="connsiteY81" fmla="*/ 708209 h 4939827"/>
              <a:gd name="connsiteX82" fmla="*/ 11500105 w 12192000"/>
              <a:gd name="connsiteY82" fmla="*/ 735014 h 4939827"/>
              <a:gd name="connsiteX83" fmla="*/ 11621735 w 12192000"/>
              <a:gd name="connsiteY83" fmla="*/ 789584 h 4939827"/>
              <a:gd name="connsiteX84" fmla="*/ 11691200 w 12192000"/>
              <a:gd name="connsiteY84" fmla="*/ 867902 h 4939827"/>
              <a:gd name="connsiteX85" fmla="*/ 11819427 w 12192000"/>
              <a:gd name="connsiteY85" fmla="*/ 911634 h 4939827"/>
              <a:gd name="connsiteX86" fmla="*/ 11969720 w 12192000"/>
              <a:gd name="connsiteY86" fmla="*/ 964737 h 4939827"/>
              <a:gd name="connsiteX87" fmla="*/ 12055766 w 12192000"/>
              <a:gd name="connsiteY87" fmla="*/ 991268 h 4939827"/>
              <a:gd name="connsiteX88" fmla="*/ 12171539 w 12192000"/>
              <a:gd name="connsiteY88" fmla="*/ 995427 h 4939827"/>
              <a:gd name="connsiteX89" fmla="*/ 12187831 w 12192000"/>
              <a:gd name="connsiteY89" fmla="*/ 996580 h 4939827"/>
              <a:gd name="connsiteX90" fmla="*/ 12192000 w 12192000"/>
              <a:gd name="connsiteY90" fmla="*/ 996726 h 4939827"/>
              <a:gd name="connsiteX91" fmla="*/ 12192000 w 12192000"/>
              <a:gd name="connsiteY91" fmla="*/ 4939827 h 4939827"/>
              <a:gd name="connsiteX92" fmla="*/ 0 w 12192000"/>
              <a:gd name="connsiteY92" fmla="*/ 4939827 h 4939827"/>
              <a:gd name="connsiteX93" fmla="*/ 0 w 12192000"/>
              <a:gd name="connsiteY93" fmla="*/ 512043 h 4939827"/>
              <a:gd name="connsiteX94" fmla="*/ 7381 w 12192000"/>
              <a:gd name="connsiteY94" fmla="*/ 512580 h 4939827"/>
              <a:gd name="connsiteX95" fmla="*/ 100029 w 12192000"/>
              <a:gd name="connsiteY95" fmla="*/ 504758 h 4939827"/>
              <a:gd name="connsiteX96" fmla="*/ 155244 w 12192000"/>
              <a:gd name="connsiteY96" fmla="*/ 525130 h 4939827"/>
              <a:gd name="connsiteX97" fmla="*/ 254366 w 12192000"/>
              <a:gd name="connsiteY97" fmla="*/ 534449 h 4939827"/>
              <a:gd name="connsiteX98" fmla="*/ 447292 w 12192000"/>
              <a:gd name="connsiteY98" fmla="*/ 542725 h 4939827"/>
              <a:gd name="connsiteX99" fmla="*/ 628105 w 12192000"/>
              <a:gd name="connsiteY99" fmla="*/ 547853 h 4939827"/>
              <a:gd name="connsiteX100" fmla="*/ 783146 w 12192000"/>
              <a:gd name="connsiteY100" fmla="*/ 591799 h 4939827"/>
              <a:gd name="connsiteX101" fmla="*/ 1043676 w 12192000"/>
              <a:gd name="connsiteY101" fmla="*/ 591887 h 4939827"/>
              <a:gd name="connsiteX102" fmla="*/ 1281816 w 12192000"/>
              <a:gd name="connsiteY102" fmla="*/ 520946 h 4939827"/>
              <a:gd name="connsiteX103" fmla="*/ 1486347 w 12192000"/>
              <a:gd name="connsiteY103" fmla="*/ 487310 h 4939827"/>
              <a:gd name="connsiteX104" fmla="*/ 1568079 w 12192000"/>
              <a:gd name="connsiteY104" fmla="*/ 462531 h 4939827"/>
              <a:gd name="connsiteX105" fmla="*/ 1622516 w 12192000"/>
              <a:gd name="connsiteY105" fmla="*/ 466058 h 4939827"/>
              <a:gd name="connsiteX106" fmla="*/ 1655457 w 12192000"/>
              <a:gd name="connsiteY106" fmla="*/ 465359 h 4939827"/>
              <a:gd name="connsiteX107" fmla="*/ 1717454 w 12192000"/>
              <a:gd name="connsiteY107" fmla="*/ 417203 h 4939827"/>
              <a:gd name="connsiteX108" fmla="*/ 1913794 w 12192000"/>
              <a:gd name="connsiteY108" fmla="*/ 365255 h 4939827"/>
              <a:gd name="connsiteX109" fmla="*/ 2129762 w 12192000"/>
              <a:gd name="connsiteY109" fmla="*/ 367832 h 4939827"/>
              <a:gd name="connsiteX110" fmla="*/ 2376970 w 12192000"/>
              <a:gd name="connsiteY110" fmla="*/ 350129 h 4939827"/>
              <a:gd name="connsiteX111" fmla="*/ 2480155 w 12192000"/>
              <a:gd name="connsiteY111" fmla="*/ 359227 h 4939827"/>
              <a:gd name="connsiteX112" fmla="*/ 2586782 w 12192000"/>
              <a:gd name="connsiteY112" fmla="*/ 339352 h 4939827"/>
              <a:gd name="connsiteX113" fmla="*/ 2654496 w 12192000"/>
              <a:gd name="connsiteY113" fmla="*/ 315431 h 4939827"/>
              <a:gd name="connsiteX114" fmla="*/ 2788947 w 12192000"/>
              <a:gd name="connsiteY114" fmla="*/ 250375 h 4939827"/>
              <a:gd name="connsiteX115" fmla="*/ 2885389 w 12192000"/>
              <a:gd name="connsiteY115" fmla="*/ 255259 h 4939827"/>
              <a:gd name="connsiteX116" fmla="*/ 3045916 w 12192000"/>
              <a:gd name="connsiteY116" fmla="*/ 261030 h 4939827"/>
              <a:gd name="connsiteX117" fmla="*/ 3074187 w 12192000"/>
              <a:gd name="connsiteY117" fmla="*/ 243226 h 4939827"/>
              <a:gd name="connsiteX118" fmla="*/ 3103677 w 12192000"/>
              <a:gd name="connsiteY118" fmla="*/ 209527 h 4939827"/>
              <a:gd name="connsiteX119" fmla="*/ 3126759 w 12192000"/>
              <a:gd name="connsiteY119" fmla="*/ 211226 h 4939827"/>
              <a:gd name="connsiteX120" fmla="*/ 3164020 w 12192000"/>
              <a:gd name="connsiteY120" fmla="*/ 212779 h 4939827"/>
              <a:gd name="connsiteX121" fmla="*/ 3285019 w 12192000"/>
              <a:gd name="connsiteY121" fmla="*/ 220535 h 4939827"/>
              <a:gd name="connsiteX122" fmla="*/ 3365154 w 12192000"/>
              <a:gd name="connsiteY122" fmla="*/ 226416 h 4939827"/>
              <a:gd name="connsiteX123" fmla="*/ 3367507 w 12192000"/>
              <a:gd name="connsiteY123" fmla="*/ 225416 h 4939827"/>
              <a:gd name="connsiteX124" fmla="*/ 3387567 w 12192000"/>
              <a:gd name="connsiteY124" fmla="*/ 227103 h 4939827"/>
              <a:gd name="connsiteX125" fmla="*/ 3424753 w 12192000"/>
              <a:gd name="connsiteY125" fmla="*/ 244380 h 4939827"/>
              <a:gd name="connsiteX126" fmla="*/ 3498001 w 12192000"/>
              <a:gd name="connsiteY126" fmla="*/ 231941 h 4939827"/>
              <a:gd name="connsiteX127" fmla="*/ 3561557 w 12192000"/>
              <a:gd name="connsiteY127" fmla="*/ 228095 h 4939827"/>
              <a:gd name="connsiteX128" fmla="*/ 3611920 w 12192000"/>
              <a:gd name="connsiteY128" fmla="*/ 218094 h 4939827"/>
              <a:gd name="connsiteX129" fmla="*/ 3620528 w 12192000"/>
              <a:gd name="connsiteY129" fmla="*/ 218788 h 4939827"/>
              <a:gd name="connsiteX130" fmla="*/ 3620766 w 12192000"/>
              <a:gd name="connsiteY130" fmla="*/ 218511 h 4939827"/>
              <a:gd name="connsiteX131" fmla="*/ 3629977 w 12192000"/>
              <a:gd name="connsiteY131" fmla="*/ 218664 h 4939827"/>
              <a:gd name="connsiteX132" fmla="*/ 3636217 w 12192000"/>
              <a:gd name="connsiteY132" fmla="*/ 220048 h 4939827"/>
              <a:gd name="connsiteX133" fmla="*/ 3709484 w 12192000"/>
              <a:gd name="connsiteY133" fmla="*/ 186927 h 4939827"/>
              <a:gd name="connsiteX134" fmla="*/ 3761342 w 12192000"/>
              <a:gd name="connsiteY134" fmla="*/ 177474 h 4939827"/>
              <a:gd name="connsiteX135" fmla="*/ 3799748 w 12192000"/>
              <a:gd name="connsiteY135" fmla="*/ 167154 h 4939827"/>
              <a:gd name="connsiteX136" fmla="*/ 3812225 w 12192000"/>
              <a:gd name="connsiteY136" fmla="*/ 189020 h 4939827"/>
              <a:gd name="connsiteX137" fmla="*/ 3864537 w 12192000"/>
              <a:gd name="connsiteY137" fmla="*/ 200742 h 4939827"/>
              <a:gd name="connsiteX138" fmla="*/ 4028476 w 12192000"/>
              <a:gd name="connsiteY138" fmla="*/ 223679 h 4939827"/>
              <a:gd name="connsiteX139" fmla="*/ 4191582 w 12192000"/>
              <a:gd name="connsiteY139" fmla="*/ 238952 h 4939827"/>
              <a:gd name="connsiteX140" fmla="*/ 4251024 w 12192000"/>
              <a:gd name="connsiteY140" fmla="*/ 240874 h 4939827"/>
              <a:gd name="connsiteX141" fmla="*/ 4355275 w 12192000"/>
              <a:gd name="connsiteY141" fmla="*/ 260205 h 4939827"/>
              <a:gd name="connsiteX142" fmla="*/ 4423807 w 12192000"/>
              <a:gd name="connsiteY142" fmla="*/ 270366 h 4939827"/>
              <a:gd name="connsiteX143" fmla="*/ 4435843 w 12192000"/>
              <a:gd name="connsiteY143" fmla="*/ 234325 h 4939827"/>
              <a:gd name="connsiteX144" fmla="*/ 4499101 w 12192000"/>
              <a:gd name="connsiteY144" fmla="*/ 232983 h 4939827"/>
              <a:gd name="connsiteX145" fmla="*/ 4558432 w 12192000"/>
              <a:gd name="connsiteY145" fmla="*/ 269194 h 4939827"/>
              <a:gd name="connsiteX146" fmla="*/ 4635061 w 12192000"/>
              <a:gd name="connsiteY146" fmla="*/ 280682 h 4939827"/>
              <a:gd name="connsiteX147" fmla="*/ 4680829 w 12192000"/>
              <a:gd name="connsiteY147" fmla="*/ 287953 h 4939827"/>
              <a:gd name="connsiteX148" fmla="*/ 4807427 w 12192000"/>
              <a:gd name="connsiteY148" fmla="*/ 276835 h 4939827"/>
              <a:gd name="connsiteX149" fmla="*/ 5028933 w 12192000"/>
              <a:gd name="connsiteY149" fmla="*/ 183887 h 4939827"/>
              <a:gd name="connsiteX150" fmla="*/ 5093642 w 12192000"/>
              <a:gd name="connsiteY150" fmla="*/ 177214 h 4939827"/>
              <a:gd name="connsiteX151" fmla="*/ 5102642 w 12192000"/>
              <a:gd name="connsiteY151" fmla="*/ 186816 h 4939827"/>
              <a:gd name="connsiteX152" fmla="*/ 5193590 w 12192000"/>
              <a:gd name="connsiteY152" fmla="*/ 136361 h 4939827"/>
              <a:gd name="connsiteX153" fmla="*/ 5323922 w 12192000"/>
              <a:gd name="connsiteY153" fmla="*/ 146332 h 4939827"/>
              <a:gd name="connsiteX154" fmla="*/ 5421860 w 12192000"/>
              <a:gd name="connsiteY154" fmla="*/ 167298 h 4939827"/>
              <a:gd name="connsiteX155" fmla="*/ 5476948 w 12192000"/>
              <a:gd name="connsiteY155" fmla="*/ 173249 h 4939827"/>
              <a:gd name="connsiteX156" fmla="*/ 5516842 w 12192000"/>
              <a:gd name="connsiteY156" fmla="*/ 184018 h 4939827"/>
              <a:gd name="connsiteX157" fmla="*/ 5619415 w 12192000"/>
              <a:gd name="connsiteY157" fmla="*/ 176781 h 4939827"/>
              <a:gd name="connsiteX158" fmla="*/ 5789867 w 12192000"/>
              <a:gd name="connsiteY158" fmla="*/ 150304 h 4939827"/>
              <a:gd name="connsiteX159" fmla="*/ 5825953 w 12192000"/>
              <a:gd name="connsiteY159" fmla="*/ 147907 h 4939827"/>
              <a:gd name="connsiteX160" fmla="*/ 5856168 w 12192000"/>
              <a:gd name="connsiteY160" fmla="*/ 158719 h 4939827"/>
              <a:gd name="connsiteX161" fmla="*/ 5862476 w 12192000"/>
              <a:gd name="connsiteY161" fmla="*/ 172447 h 4939827"/>
              <a:gd name="connsiteX162" fmla="*/ 5882195 w 12192000"/>
              <a:gd name="connsiteY162" fmla="*/ 173195 h 4939827"/>
              <a:gd name="connsiteX163" fmla="*/ 5887271 w 12192000"/>
              <a:gd name="connsiteY163" fmla="*/ 176084 h 4939827"/>
              <a:gd name="connsiteX164" fmla="*/ 5916552 w 12192000"/>
              <a:gd name="connsiteY164" fmla="*/ 189955 h 4939827"/>
              <a:gd name="connsiteX165" fmla="*/ 5983240 w 12192000"/>
              <a:gd name="connsiteY165" fmla="*/ 152755 h 4939827"/>
              <a:gd name="connsiteX166" fmla="*/ 6061852 w 12192000"/>
              <a:gd name="connsiteY166" fmla="*/ 161953 h 4939827"/>
              <a:gd name="connsiteX167" fmla="*/ 6408386 w 12192000"/>
              <a:gd name="connsiteY167" fmla="*/ 157590 h 4939827"/>
              <a:gd name="connsiteX168" fmla="*/ 6531386 w 12192000"/>
              <a:gd name="connsiteY168" fmla="*/ 156103 h 4939827"/>
              <a:gd name="connsiteX169" fmla="*/ 6721509 w 12192000"/>
              <a:gd name="connsiteY169" fmla="*/ 54829 h 4939827"/>
              <a:gd name="connsiteX170" fmla="*/ 6947884 w 12192000"/>
              <a:gd name="connsiteY170" fmla="*/ 47587 h 4939827"/>
              <a:gd name="connsiteX171" fmla="*/ 6965101 w 12192000"/>
              <a:gd name="connsiteY171" fmla="*/ 25718 h 4939827"/>
              <a:gd name="connsiteX172" fmla="*/ 6986370 w 12192000"/>
              <a:gd name="connsiteY172" fmla="*/ 12659 h 4939827"/>
              <a:gd name="connsiteX173" fmla="*/ 6989536 w 12192000"/>
              <a:gd name="connsiteY173" fmla="*/ 14528 h 4939827"/>
              <a:gd name="connsiteX174" fmla="*/ 7015933 w 12192000"/>
              <a:gd name="connsiteY174" fmla="*/ 9653 h 4939827"/>
              <a:gd name="connsiteX175" fmla="*/ 7020592 w 12192000"/>
              <a:gd name="connsiteY175" fmla="*/ 1651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43464 w 12192000"/>
              <a:gd name="connsiteY12" fmla="*/ 68367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37675 w 12192000"/>
              <a:gd name="connsiteY17" fmla="*/ 204438 h 4939827"/>
              <a:gd name="connsiteX18" fmla="*/ 7952584 w 12192000"/>
              <a:gd name="connsiteY18" fmla="*/ 170181 h 4939827"/>
              <a:gd name="connsiteX19" fmla="*/ 8009534 w 12192000"/>
              <a:gd name="connsiteY19" fmla="*/ 176441 h 4939827"/>
              <a:gd name="connsiteX20" fmla="*/ 8058681 w 12192000"/>
              <a:gd name="connsiteY20" fmla="*/ 219431 h 4939827"/>
              <a:gd name="connsiteX21" fmla="*/ 8126175 w 12192000"/>
              <a:gd name="connsiteY21" fmla="*/ 240005 h 4939827"/>
              <a:gd name="connsiteX22" fmla="*/ 8166439 w 12192000"/>
              <a:gd name="connsiteY22" fmla="*/ 252699 h 4939827"/>
              <a:gd name="connsiteX23" fmla="*/ 8281371 w 12192000"/>
              <a:gd name="connsiteY23" fmla="*/ 256875 h 4939827"/>
              <a:gd name="connsiteX24" fmla="*/ 8381609 w 12192000"/>
              <a:gd name="connsiteY24" fmla="*/ 240618 h 4939827"/>
              <a:gd name="connsiteX25" fmla="*/ 8406759 w 12192000"/>
              <a:gd name="connsiteY25" fmla="*/ 232517 h 4939827"/>
              <a:gd name="connsiteX26" fmla="*/ 8426506 w 12192000"/>
              <a:gd name="connsiteY26" fmla="*/ 241842 h 4939827"/>
              <a:gd name="connsiteX27" fmla="*/ 8427949 w 12192000"/>
              <a:gd name="connsiteY27" fmla="*/ 240981 h 4939827"/>
              <a:gd name="connsiteX28" fmla="*/ 8441468 w 12192000"/>
              <a:gd name="connsiteY28" fmla="*/ 241157 h 4939827"/>
              <a:gd name="connsiteX29" fmla="*/ 8565757 w 12192000"/>
              <a:gd name="connsiteY29" fmla="*/ 255317 h 4939827"/>
              <a:gd name="connsiteX30" fmla="*/ 8573171 w 12192000"/>
              <a:gd name="connsiteY30" fmla="*/ 258426 h 4939827"/>
              <a:gd name="connsiteX31" fmla="*/ 8573548 w 12192000"/>
              <a:gd name="connsiteY31" fmla="*/ 258241 h 4939827"/>
              <a:gd name="connsiteX32" fmla="*/ 8581827 w 12192000"/>
              <a:gd name="connsiteY32" fmla="*/ 261028 h 4939827"/>
              <a:gd name="connsiteX33" fmla="*/ 8586687 w 12192000"/>
              <a:gd name="connsiteY33" fmla="*/ 264089 h 4939827"/>
              <a:gd name="connsiteX34" fmla="*/ 8601067 w 12192000"/>
              <a:gd name="connsiteY34" fmla="*/ 270114 h 4939827"/>
              <a:gd name="connsiteX35" fmla="*/ 8672650 w 12192000"/>
              <a:gd name="connsiteY35" fmla="*/ 254821 h 4939827"/>
              <a:gd name="connsiteX36" fmla="*/ 8785543 w 12192000"/>
              <a:gd name="connsiteY36" fmla="*/ 263406 h 4939827"/>
              <a:gd name="connsiteX37" fmla="*/ 8830588 w 12192000"/>
              <a:gd name="connsiteY37" fmla="*/ 265483 h 4939827"/>
              <a:gd name="connsiteX38" fmla="*/ 8905142 w 12192000"/>
              <a:gd name="connsiteY38" fmla="*/ 264958 h 4939827"/>
              <a:gd name="connsiteX39" fmla="*/ 8968582 w 12192000"/>
              <a:gd name="connsiteY39" fmla="*/ 262728 h 4939827"/>
              <a:gd name="connsiteX40" fmla="*/ 8972994 w 12192000"/>
              <a:gd name="connsiteY40" fmla="*/ 263284 h 4939827"/>
              <a:gd name="connsiteX41" fmla="*/ 9004605 w 12192000"/>
              <a:gd name="connsiteY41" fmla="*/ 258041 h 4939827"/>
              <a:gd name="connsiteX42" fmla="*/ 9016165 w 12192000"/>
              <a:gd name="connsiteY42" fmla="*/ 261258 h 4939827"/>
              <a:gd name="connsiteX43" fmla="*/ 9043297 w 12192000"/>
              <a:gd name="connsiteY43" fmla="*/ 281547 h 4939827"/>
              <a:gd name="connsiteX44" fmla="*/ 9048315 w 12192000"/>
              <a:gd name="connsiteY44" fmla="*/ 279264 h 4939827"/>
              <a:gd name="connsiteX45" fmla="*/ 9054706 w 12192000"/>
              <a:gd name="connsiteY45" fmla="*/ 278538 h 4939827"/>
              <a:gd name="connsiteX46" fmla="*/ 9070919 w 12192000"/>
              <a:gd name="connsiteY46" fmla="*/ 281810 h 4939827"/>
              <a:gd name="connsiteX47" fmla="*/ 9076813 w 12192000"/>
              <a:gd name="connsiteY47" fmla="*/ 283909 h 4939827"/>
              <a:gd name="connsiteX48" fmla="*/ 9085871 w 12192000"/>
              <a:gd name="connsiteY48" fmla="*/ 285133 h 4939827"/>
              <a:gd name="connsiteX49" fmla="*/ 9086159 w 12192000"/>
              <a:gd name="connsiteY49" fmla="*/ 284887 h 4939827"/>
              <a:gd name="connsiteX50" fmla="*/ 9134606 w 12192000"/>
              <a:gd name="connsiteY50" fmla="*/ 288168 h 4939827"/>
              <a:gd name="connsiteX51" fmla="*/ 9195590 w 12192000"/>
              <a:gd name="connsiteY51" fmla="*/ 279568 h 4939827"/>
              <a:gd name="connsiteX52" fmla="*/ 9219336 w 12192000"/>
              <a:gd name="connsiteY52" fmla="*/ 278133 h 4939827"/>
              <a:gd name="connsiteX53" fmla="*/ 9232362 w 12192000"/>
              <a:gd name="connsiteY53" fmla="*/ 275894 h 4939827"/>
              <a:gd name="connsiteX54" fmla="*/ 9233396 w 12192000"/>
              <a:gd name="connsiteY54" fmla="*/ 274803 h 4939827"/>
              <a:gd name="connsiteX55" fmla="*/ 9256213 w 12192000"/>
              <a:gd name="connsiteY55" fmla="*/ 281576 h 4939827"/>
              <a:gd name="connsiteX56" fmla="*/ 9262377 w 12192000"/>
              <a:gd name="connsiteY56" fmla="*/ 286635 h 4939827"/>
              <a:gd name="connsiteX57" fmla="*/ 9287089 w 12192000"/>
              <a:gd name="connsiteY57" fmla="*/ 303891 h 4939827"/>
              <a:gd name="connsiteX58" fmla="*/ 9371484 w 12192000"/>
              <a:gd name="connsiteY58" fmla="*/ 329634 h 4939827"/>
              <a:gd name="connsiteX59" fmla="*/ 9404829 w 12192000"/>
              <a:gd name="connsiteY59" fmla="*/ 339038 h 4939827"/>
              <a:gd name="connsiteX60" fmla="*/ 9427021 w 12192000"/>
              <a:gd name="connsiteY60" fmla="*/ 358784 h 4939827"/>
              <a:gd name="connsiteX61" fmla="*/ 9670844 w 12192000"/>
              <a:gd name="connsiteY61" fmla="*/ 405128 h 4939827"/>
              <a:gd name="connsiteX62" fmla="*/ 9816083 w 12192000"/>
              <a:gd name="connsiteY62" fmla="*/ 416573 h 4939827"/>
              <a:gd name="connsiteX63" fmla="*/ 9936741 w 12192000"/>
              <a:gd name="connsiteY63" fmla="*/ 437044 h 4939827"/>
              <a:gd name="connsiteX64" fmla="*/ 10050093 w 12192000"/>
              <a:gd name="connsiteY64" fmla="*/ 443783 h 4939827"/>
              <a:gd name="connsiteX65" fmla="*/ 10130090 w 12192000"/>
              <a:gd name="connsiteY65" fmla="*/ 459520 h 4939827"/>
              <a:gd name="connsiteX66" fmla="*/ 10173456 w 12192000"/>
              <a:gd name="connsiteY66" fmla="*/ 457749 h 4939827"/>
              <a:gd name="connsiteX67" fmla="*/ 10218232 w 12192000"/>
              <a:gd name="connsiteY67" fmla="*/ 459820 h 4939827"/>
              <a:gd name="connsiteX68" fmla="*/ 10354176 w 12192000"/>
              <a:gd name="connsiteY68" fmla="*/ 471377 h 4939827"/>
              <a:gd name="connsiteX69" fmla="*/ 10430681 w 12192000"/>
              <a:gd name="connsiteY69" fmla="*/ 481226 h 4939827"/>
              <a:gd name="connsiteX70" fmla="*/ 10478169 w 12192000"/>
              <a:gd name="connsiteY70" fmla="*/ 481774 h 4939827"/>
              <a:gd name="connsiteX71" fmla="*/ 10540907 w 12192000"/>
              <a:gd name="connsiteY71" fmla="*/ 485607 h 4939827"/>
              <a:gd name="connsiteX72" fmla="*/ 10614941 w 12192000"/>
              <a:gd name="connsiteY72" fmla="*/ 487592 h 4939827"/>
              <a:gd name="connsiteX73" fmla="*/ 10674098 w 12192000"/>
              <a:gd name="connsiteY73" fmla="*/ 521656 h 4939827"/>
              <a:gd name="connsiteX74" fmla="*/ 10874834 w 12192000"/>
              <a:gd name="connsiteY74" fmla="*/ 574867 h 4939827"/>
              <a:gd name="connsiteX75" fmla="*/ 10944981 w 12192000"/>
              <a:gd name="connsiteY75" fmla="*/ 615042 h 4939827"/>
              <a:gd name="connsiteX76" fmla="*/ 11006376 w 12192000"/>
              <a:gd name="connsiteY76" fmla="*/ 645957 h 4939827"/>
              <a:gd name="connsiteX77" fmla="*/ 11076308 w 12192000"/>
              <a:gd name="connsiteY77" fmla="*/ 675698 h 4939827"/>
              <a:gd name="connsiteX78" fmla="*/ 11148789 w 12192000"/>
              <a:gd name="connsiteY78" fmla="*/ 685041 h 4939827"/>
              <a:gd name="connsiteX79" fmla="*/ 11249129 w 12192000"/>
              <a:gd name="connsiteY79" fmla="*/ 684218 h 4939827"/>
              <a:gd name="connsiteX80" fmla="*/ 11299915 w 12192000"/>
              <a:gd name="connsiteY80" fmla="*/ 692177 h 4939827"/>
              <a:gd name="connsiteX81" fmla="*/ 11386973 w 12192000"/>
              <a:gd name="connsiteY81" fmla="*/ 708209 h 4939827"/>
              <a:gd name="connsiteX82" fmla="*/ 11500105 w 12192000"/>
              <a:gd name="connsiteY82" fmla="*/ 735014 h 4939827"/>
              <a:gd name="connsiteX83" fmla="*/ 11621735 w 12192000"/>
              <a:gd name="connsiteY83" fmla="*/ 789584 h 4939827"/>
              <a:gd name="connsiteX84" fmla="*/ 11691200 w 12192000"/>
              <a:gd name="connsiteY84" fmla="*/ 867902 h 4939827"/>
              <a:gd name="connsiteX85" fmla="*/ 11819427 w 12192000"/>
              <a:gd name="connsiteY85" fmla="*/ 911634 h 4939827"/>
              <a:gd name="connsiteX86" fmla="*/ 11969720 w 12192000"/>
              <a:gd name="connsiteY86" fmla="*/ 964737 h 4939827"/>
              <a:gd name="connsiteX87" fmla="*/ 12055766 w 12192000"/>
              <a:gd name="connsiteY87" fmla="*/ 991268 h 4939827"/>
              <a:gd name="connsiteX88" fmla="*/ 12171539 w 12192000"/>
              <a:gd name="connsiteY88" fmla="*/ 995427 h 4939827"/>
              <a:gd name="connsiteX89" fmla="*/ 12187831 w 12192000"/>
              <a:gd name="connsiteY89" fmla="*/ 996580 h 4939827"/>
              <a:gd name="connsiteX90" fmla="*/ 12192000 w 12192000"/>
              <a:gd name="connsiteY90" fmla="*/ 996726 h 4939827"/>
              <a:gd name="connsiteX91" fmla="*/ 12192000 w 12192000"/>
              <a:gd name="connsiteY91" fmla="*/ 4939827 h 4939827"/>
              <a:gd name="connsiteX92" fmla="*/ 0 w 12192000"/>
              <a:gd name="connsiteY92" fmla="*/ 4939827 h 4939827"/>
              <a:gd name="connsiteX93" fmla="*/ 0 w 12192000"/>
              <a:gd name="connsiteY93" fmla="*/ 512043 h 4939827"/>
              <a:gd name="connsiteX94" fmla="*/ 7381 w 12192000"/>
              <a:gd name="connsiteY94" fmla="*/ 512580 h 4939827"/>
              <a:gd name="connsiteX95" fmla="*/ 100029 w 12192000"/>
              <a:gd name="connsiteY95" fmla="*/ 504758 h 4939827"/>
              <a:gd name="connsiteX96" fmla="*/ 155244 w 12192000"/>
              <a:gd name="connsiteY96" fmla="*/ 525130 h 4939827"/>
              <a:gd name="connsiteX97" fmla="*/ 254366 w 12192000"/>
              <a:gd name="connsiteY97" fmla="*/ 534449 h 4939827"/>
              <a:gd name="connsiteX98" fmla="*/ 447292 w 12192000"/>
              <a:gd name="connsiteY98" fmla="*/ 542725 h 4939827"/>
              <a:gd name="connsiteX99" fmla="*/ 628105 w 12192000"/>
              <a:gd name="connsiteY99" fmla="*/ 547853 h 4939827"/>
              <a:gd name="connsiteX100" fmla="*/ 783146 w 12192000"/>
              <a:gd name="connsiteY100" fmla="*/ 591799 h 4939827"/>
              <a:gd name="connsiteX101" fmla="*/ 1043676 w 12192000"/>
              <a:gd name="connsiteY101" fmla="*/ 591887 h 4939827"/>
              <a:gd name="connsiteX102" fmla="*/ 1281816 w 12192000"/>
              <a:gd name="connsiteY102" fmla="*/ 520946 h 4939827"/>
              <a:gd name="connsiteX103" fmla="*/ 1486347 w 12192000"/>
              <a:gd name="connsiteY103" fmla="*/ 487310 h 4939827"/>
              <a:gd name="connsiteX104" fmla="*/ 1568079 w 12192000"/>
              <a:gd name="connsiteY104" fmla="*/ 462531 h 4939827"/>
              <a:gd name="connsiteX105" fmla="*/ 1622516 w 12192000"/>
              <a:gd name="connsiteY105" fmla="*/ 466058 h 4939827"/>
              <a:gd name="connsiteX106" fmla="*/ 1655457 w 12192000"/>
              <a:gd name="connsiteY106" fmla="*/ 465359 h 4939827"/>
              <a:gd name="connsiteX107" fmla="*/ 1717454 w 12192000"/>
              <a:gd name="connsiteY107" fmla="*/ 417203 h 4939827"/>
              <a:gd name="connsiteX108" fmla="*/ 1913794 w 12192000"/>
              <a:gd name="connsiteY108" fmla="*/ 365255 h 4939827"/>
              <a:gd name="connsiteX109" fmla="*/ 2129762 w 12192000"/>
              <a:gd name="connsiteY109" fmla="*/ 367832 h 4939827"/>
              <a:gd name="connsiteX110" fmla="*/ 2376970 w 12192000"/>
              <a:gd name="connsiteY110" fmla="*/ 350129 h 4939827"/>
              <a:gd name="connsiteX111" fmla="*/ 2480155 w 12192000"/>
              <a:gd name="connsiteY111" fmla="*/ 359227 h 4939827"/>
              <a:gd name="connsiteX112" fmla="*/ 2586782 w 12192000"/>
              <a:gd name="connsiteY112" fmla="*/ 339352 h 4939827"/>
              <a:gd name="connsiteX113" fmla="*/ 2654496 w 12192000"/>
              <a:gd name="connsiteY113" fmla="*/ 315431 h 4939827"/>
              <a:gd name="connsiteX114" fmla="*/ 2788947 w 12192000"/>
              <a:gd name="connsiteY114" fmla="*/ 250375 h 4939827"/>
              <a:gd name="connsiteX115" fmla="*/ 2885389 w 12192000"/>
              <a:gd name="connsiteY115" fmla="*/ 255259 h 4939827"/>
              <a:gd name="connsiteX116" fmla="*/ 3045916 w 12192000"/>
              <a:gd name="connsiteY116" fmla="*/ 261030 h 4939827"/>
              <a:gd name="connsiteX117" fmla="*/ 3074187 w 12192000"/>
              <a:gd name="connsiteY117" fmla="*/ 243226 h 4939827"/>
              <a:gd name="connsiteX118" fmla="*/ 3103677 w 12192000"/>
              <a:gd name="connsiteY118" fmla="*/ 209527 h 4939827"/>
              <a:gd name="connsiteX119" fmla="*/ 3126759 w 12192000"/>
              <a:gd name="connsiteY119" fmla="*/ 211226 h 4939827"/>
              <a:gd name="connsiteX120" fmla="*/ 3164020 w 12192000"/>
              <a:gd name="connsiteY120" fmla="*/ 212779 h 4939827"/>
              <a:gd name="connsiteX121" fmla="*/ 3285019 w 12192000"/>
              <a:gd name="connsiteY121" fmla="*/ 220535 h 4939827"/>
              <a:gd name="connsiteX122" fmla="*/ 3365154 w 12192000"/>
              <a:gd name="connsiteY122" fmla="*/ 226416 h 4939827"/>
              <a:gd name="connsiteX123" fmla="*/ 3367507 w 12192000"/>
              <a:gd name="connsiteY123" fmla="*/ 225416 h 4939827"/>
              <a:gd name="connsiteX124" fmla="*/ 3387567 w 12192000"/>
              <a:gd name="connsiteY124" fmla="*/ 227103 h 4939827"/>
              <a:gd name="connsiteX125" fmla="*/ 3424753 w 12192000"/>
              <a:gd name="connsiteY125" fmla="*/ 244380 h 4939827"/>
              <a:gd name="connsiteX126" fmla="*/ 3498001 w 12192000"/>
              <a:gd name="connsiteY126" fmla="*/ 231941 h 4939827"/>
              <a:gd name="connsiteX127" fmla="*/ 3561557 w 12192000"/>
              <a:gd name="connsiteY127" fmla="*/ 228095 h 4939827"/>
              <a:gd name="connsiteX128" fmla="*/ 3611920 w 12192000"/>
              <a:gd name="connsiteY128" fmla="*/ 218094 h 4939827"/>
              <a:gd name="connsiteX129" fmla="*/ 3620528 w 12192000"/>
              <a:gd name="connsiteY129" fmla="*/ 218788 h 4939827"/>
              <a:gd name="connsiteX130" fmla="*/ 3620766 w 12192000"/>
              <a:gd name="connsiteY130" fmla="*/ 218511 h 4939827"/>
              <a:gd name="connsiteX131" fmla="*/ 3629977 w 12192000"/>
              <a:gd name="connsiteY131" fmla="*/ 218664 h 4939827"/>
              <a:gd name="connsiteX132" fmla="*/ 3636217 w 12192000"/>
              <a:gd name="connsiteY132" fmla="*/ 220048 h 4939827"/>
              <a:gd name="connsiteX133" fmla="*/ 3709484 w 12192000"/>
              <a:gd name="connsiteY133" fmla="*/ 186927 h 4939827"/>
              <a:gd name="connsiteX134" fmla="*/ 3761342 w 12192000"/>
              <a:gd name="connsiteY134" fmla="*/ 177474 h 4939827"/>
              <a:gd name="connsiteX135" fmla="*/ 3799748 w 12192000"/>
              <a:gd name="connsiteY135" fmla="*/ 167154 h 4939827"/>
              <a:gd name="connsiteX136" fmla="*/ 3812225 w 12192000"/>
              <a:gd name="connsiteY136" fmla="*/ 189020 h 4939827"/>
              <a:gd name="connsiteX137" fmla="*/ 3864537 w 12192000"/>
              <a:gd name="connsiteY137" fmla="*/ 200742 h 4939827"/>
              <a:gd name="connsiteX138" fmla="*/ 4028476 w 12192000"/>
              <a:gd name="connsiteY138" fmla="*/ 223679 h 4939827"/>
              <a:gd name="connsiteX139" fmla="*/ 4191582 w 12192000"/>
              <a:gd name="connsiteY139" fmla="*/ 238952 h 4939827"/>
              <a:gd name="connsiteX140" fmla="*/ 4251024 w 12192000"/>
              <a:gd name="connsiteY140" fmla="*/ 240874 h 4939827"/>
              <a:gd name="connsiteX141" fmla="*/ 4355275 w 12192000"/>
              <a:gd name="connsiteY141" fmla="*/ 260205 h 4939827"/>
              <a:gd name="connsiteX142" fmla="*/ 4423807 w 12192000"/>
              <a:gd name="connsiteY142" fmla="*/ 270366 h 4939827"/>
              <a:gd name="connsiteX143" fmla="*/ 4435843 w 12192000"/>
              <a:gd name="connsiteY143" fmla="*/ 234325 h 4939827"/>
              <a:gd name="connsiteX144" fmla="*/ 4558432 w 12192000"/>
              <a:gd name="connsiteY144" fmla="*/ 269194 h 4939827"/>
              <a:gd name="connsiteX145" fmla="*/ 4635061 w 12192000"/>
              <a:gd name="connsiteY145" fmla="*/ 280682 h 4939827"/>
              <a:gd name="connsiteX146" fmla="*/ 4680829 w 12192000"/>
              <a:gd name="connsiteY146" fmla="*/ 287953 h 4939827"/>
              <a:gd name="connsiteX147" fmla="*/ 4807427 w 12192000"/>
              <a:gd name="connsiteY147" fmla="*/ 276835 h 4939827"/>
              <a:gd name="connsiteX148" fmla="*/ 5028933 w 12192000"/>
              <a:gd name="connsiteY148" fmla="*/ 183887 h 4939827"/>
              <a:gd name="connsiteX149" fmla="*/ 5093642 w 12192000"/>
              <a:gd name="connsiteY149" fmla="*/ 177214 h 4939827"/>
              <a:gd name="connsiteX150" fmla="*/ 5102642 w 12192000"/>
              <a:gd name="connsiteY150" fmla="*/ 186816 h 4939827"/>
              <a:gd name="connsiteX151" fmla="*/ 5193590 w 12192000"/>
              <a:gd name="connsiteY151" fmla="*/ 136361 h 4939827"/>
              <a:gd name="connsiteX152" fmla="*/ 5323922 w 12192000"/>
              <a:gd name="connsiteY152" fmla="*/ 146332 h 4939827"/>
              <a:gd name="connsiteX153" fmla="*/ 5421860 w 12192000"/>
              <a:gd name="connsiteY153" fmla="*/ 167298 h 4939827"/>
              <a:gd name="connsiteX154" fmla="*/ 5476948 w 12192000"/>
              <a:gd name="connsiteY154" fmla="*/ 173249 h 4939827"/>
              <a:gd name="connsiteX155" fmla="*/ 5516842 w 12192000"/>
              <a:gd name="connsiteY155" fmla="*/ 184018 h 4939827"/>
              <a:gd name="connsiteX156" fmla="*/ 5619415 w 12192000"/>
              <a:gd name="connsiteY156" fmla="*/ 176781 h 4939827"/>
              <a:gd name="connsiteX157" fmla="*/ 5789867 w 12192000"/>
              <a:gd name="connsiteY157" fmla="*/ 150304 h 4939827"/>
              <a:gd name="connsiteX158" fmla="*/ 5825953 w 12192000"/>
              <a:gd name="connsiteY158" fmla="*/ 147907 h 4939827"/>
              <a:gd name="connsiteX159" fmla="*/ 5856168 w 12192000"/>
              <a:gd name="connsiteY159" fmla="*/ 158719 h 4939827"/>
              <a:gd name="connsiteX160" fmla="*/ 5862476 w 12192000"/>
              <a:gd name="connsiteY160" fmla="*/ 172447 h 4939827"/>
              <a:gd name="connsiteX161" fmla="*/ 5882195 w 12192000"/>
              <a:gd name="connsiteY161" fmla="*/ 173195 h 4939827"/>
              <a:gd name="connsiteX162" fmla="*/ 5887271 w 12192000"/>
              <a:gd name="connsiteY162" fmla="*/ 176084 h 4939827"/>
              <a:gd name="connsiteX163" fmla="*/ 5916552 w 12192000"/>
              <a:gd name="connsiteY163" fmla="*/ 189955 h 4939827"/>
              <a:gd name="connsiteX164" fmla="*/ 5983240 w 12192000"/>
              <a:gd name="connsiteY164" fmla="*/ 152755 h 4939827"/>
              <a:gd name="connsiteX165" fmla="*/ 6061852 w 12192000"/>
              <a:gd name="connsiteY165" fmla="*/ 161953 h 4939827"/>
              <a:gd name="connsiteX166" fmla="*/ 6408386 w 12192000"/>
              <a:gd name="connsiteY166" fmla="*/ 157590 h 4939827"/>
              <a:gd name="connsiteX167" fmla="*/ 6531386 w 12192000"/>
              <a:gd name="connsiteY167" fmla="*/ 156103 h 4939827"/>
              <a:gd name="connsiteX168" fmla="*/ 6721509 w 12192000"/>
              <a:gd name="connsiteY168" fmla="*/ 54829 h 4939827"/>
              <a:gd name="connsiteX169" fmla="*/ 6947884 w 12192000"/>
              <a:gd name="connsiteY169" fmla="*/ 47587 h 4939827"/>
              <a:gd name="connsiteX170" fmla="*/ 6965101 w 12192000"/>
              <a:gd name="connsiteY170" fmla="*/ 25718 h 4939827"/>
              <a:gd name="connsiteX171" fmla="*/ 6986370 w 12192000"/>
              <a:gd name="connsiteY171" fmla="*/ 12659 h 4939827"/>
              <a:gd name="connsiteX172" fmla="*/ 6989536 w 12192000"/>
              <a:gd name="connsiteY172" fmla="*/ 14528 h 4939827"/>
              <a:gd name="connsiteX173" fmla="*/ 7015933 w 12192000"/>
              <a:gd name="connsiteY173" fmla="*/ 9653 h 4939827"/>
              <a:gd name="connsiteX174" fmla="*/ 7020592 w 12192000"/>
              <a:gd name="connsiteY174" fmla="*/ 1651 h 4939827"/>
              <a:gd name="connsiteX175" fmla="*/ 7025905 w 12192000"/>
              <a:gd name="connsiteY175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43464 w 12192000"/>
              <a:gd name="connsiteY12" fmla="*/ 68367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37675 w 12192000"/>
              <a:gd name="connsiteY17" fmla="*/ 204438 h 4939827"/>
              <a:gd name="connsiteX18" fmla="*/ 7952584 w 12192000"/>
              <a:gd name="connsiteY18" fmla="*/ 170181 h 4939827"/>
              <a:gd name="connsiteX19" fmla="*/ 8009534 w 12192000"/>
              <a:gd name="connsiteY19" fmla="*/ 176441 h 4939827"/>
              <a:gd name="connsiteX20" fmla="*/ 8058681 w 12192000"/>
              <a:gd name="connsiteY20" fmla="*/ 219431 h 4939827"/>
              <a:gd name="connsiteX21" fmla="*/ 8126175 w 12192000"/>
              <a:gd name="connsiteY21" fmla="*/ 240005 h 4939827"/>
              <a:gd name="connsiteX22" fmla="*/ 8166439 w 12192000"/>
              <a:gd name="connsiteY22" fmla="*/ 252699 h 4939827"/>
              <a:gd name="connsiteX23" fmla="*/ 8281371 w 12192000"/>
              <a:gd name="connsiteY23" fmla="*/ 256875 h 4939827"/>
              <a:gd name="connsiteX24" fmla="*/ 8381609 w 12192000"/>
              <a:gd name="connsiteY24" fmla="*/ 240618 h 4939827"/>
              <a:gd name="connsiteX25" fmla="*/ 8406759 w 12192000"/>
              <a:gd name="connsiteY25" fmla="*/ 232517 h 4939827"/>
              <a:gd name="connsiteX26" fmla="*/ 8426506 w 12192000"/>
              <a:gd name="connsiteY26" fmla="*/ 241842 h 4939827"/>
              <a:gd name="connsiteX27" fmla="*/ 8427949 w 12192000"/>
              <a:gd name="connsiteY27" fmla="*/ 240981 h 4939827"/>
              <a:gd name="connsiteX28" fmla="*/ 8441468 w 12192000"/>
              <a:gd name="connsiteY28" fmla="*/ 241157 h 4939827"/>
              <a:gd name="connsiteX29" fmla="*/ 8565757 w 12192000"/>
              <a:gd name="connsiteY29" fmla="*/ 255317 h 4939827"/>
              <a:gd name="connsiteX30" fmla="*/ 8573171 w 12192000"/>
              <a:gd name="connsiteY30" fmla="*/ 258426 h 4939827"/>
              <a:gd name="connsiteX31" fmla="*/ 8573548 w 12192000"/>
              <a:gd name="connsiteY31" fmla="*/ 258241 h 4939827"/>
              <a:gd name="connsiteX32" fmla="*/ 8581827 w 12192000"/>
              <a:gd name="connsiteY32" fmla="*/ 261028 h 4939827"/>
              <a:gd name="connsiteX33" fmla="*/ 8586687 w 12192000"/>
              <a:gd name="connsiteY33" fmla="*/ 264089 h 4939827"/>
              <a:gd name="connsiteX34" fmla="*/ 8601067 w 12192000"/>
              <a:gd name="connsiteY34" fmla="*/ 270114 h 4939827"/>
              <a:gd name="connsiteX35" fmla="*/ 8672650 w 12192000"/>
              <a:gd name="connsiteY35" fmla="*/ 254821 h 4939827"/>
              <a:gd name="connsiteX36" fmla="*/ 8785543 w 12192000"/>
              <a:gd name="connsiteY36" fmla="*/ 263406 h 4939827"/>
              <a:gd name="connsiteX37" fmla="*/ 8830588 w 12192000"/>
              <a:gd name="connsiteY37" fmla="*/ 265483 h 4939827"/>
              <a:gd name="connsiteX38" fmla="*/ 8905142 w 12192000"/>
              <a:gd name="connsiteY38" fmla="*/ 264958 h 4939827"/>
              <a:gd name="connsiteX39" fmla="*/ 8968582 w 12192000"/>
              <a:gd name="connsiteY39" fmla="*/ 262728 h 4939827"/>
              <a:gd name="connsiteX40" fmla="*/ 8972994 w 12192000"/>
              <a:gd name="connsiteY40" fmla="*/ 263284 h 4939827"/>
              <a:gd name="connsiteX41" fmla="*/ 9004605 w 12192000"/>
              <a:gd name="connsiteY41" fmla="*/ 258041 h 4939827"/>
              <a:gd name="connsiteX42" fmla="*/ 9016165 w 12192000"/>
              <a:gd name="connsiteY42" fmla="*/ 261258 h 4939827"/>
              <a:gd name="connsiteX43" fmla="*/ 9043297 w 12192000"/>
              <a:gd name="connsiteY43" fmla="*/ 281547 h 4939827"/>
              <a:gd name="connsiteX44" fmla="*/ 9048315 w 12192000"/>
              <a:gd name="connsiteY44" fmla="*/ 279264 h 4939827"/>
              <a:gd name="connsiteX45" fmla="*/ 9054706 w 12192000"/>
              <a:gd name="connsiteY45" fmla="*/ 278538 h 4939827"/>
              <a:gd name="connsiteX46" fmla="*/ 9070919 w 12192000"/>
              <a:gd name="connsiteY46" fmla="*/ 281810 h 4939827"/>
              <a:gd name="connsiteX47" fmla="*/ 9076813 w 12192000"/>
              <a:gd name="connsiteY47" fmla="*/ 283909 h 4939827"/>
              <a:gd name="connsiteX48" fmla="*/ 9085871 w 12192000"/>
              <a:gd name="connsiteY48" fmla="*/ 285133 h 4939827"/>
              <a:gd name="connsiteX49" fmla="*/ 9086159 w 12192000"/>
              <a:gd name="connsiteY49" fmla="*/ 284887 h 4939827"/>
              <a:gd name="connsiteX50" fmla="*/ 9134606 w 12192000"/>
              <a:gd name="connsiteY50" fmla="*/ 288168 h 4939827"/>
              <a:gd name="connsiteX51" fmla="*/ 9195590 w 12192000"/>
              <a:gd name="connsiteY51" fmla="*/ 279568 h 4939827"/>
              <a:gd name="connsiteX52" fmla="*/ 9219336 w 12192000"/>
              <a:gd name="connsiteY52" fmla="*/ 278133 h 4939827"/>
              <a:gd name="connsiteX53" fmla="*/ 9232362 w 12192000"/>
              <a:gd name="connsiteY53" fmla="*/ 275894 h 4939827"/>
              <a:gd name="connsiteX54" fmla="*/ 9233396 w 12192000"/>
              <a:gd name="connsiteY54" fmla="*/ 274803 h 4939827"/>
              <a:gd name="connsiteX55" fmla="*/ 9256213 w 12192000"/>
              <a:gd name="connsiteY55" fmla="*/ 281576 h 4939827"/>
              <a:gd name="connsiteX56" fmla="*/ 9262377 w 12192000"/>
              <a:gd name="connsiteY56" fmla="*/ 286635 h 4939827"/>
              <a:gd name="connsiteX57" fmla="*/ 9287089 w 12192000"/>
              <a:gd name="connsiteY57" fmla="*/ 303891 h 4939827"/>
              <a:gd name="connsiteX58" fmla="*/ 9371484 w 12192000"/>
              <a:gd name="connsiteY58" fmla="*/ 329634 h 4939827"/>
              <a:gd name="connsiteX59" fmla="*/ 9404829 w 12192000"/>
              <a:gd name="connsiteY59" fmla="*/ 339038 h 4939827"/>
              <a:gd name="connsiteX60" fmla="*/ 9427021 w 12192000"/>
              <a:gd name="connsiteY60" fmla="*/ 358784 h 4939827"/>
              <a:gd name="connsiteX61" fmla="*/ 9670844 w 12192000"/>
              <a:gd name="connsiteY61" fmla="*/ 405128 h 4939827"/>
              <a:gd name="connsiteX62" fmla="*/ 9816083 w 12192000"/>
              <a:gd name="connsiteY62" fmla="*/ 416573 h 4939827"/>
              <a:gd name="connsiteX63" fmla="*/ 9936741 w 12192000"/>
              <a:gd name="connsiteY63" fmla="*/ 437044 h 4939827"/>
              <a:gd name="connsiteX64" fmla="*/ 10050093 w 12192000"/>
              <a:gd name="connsiteY64" fmla="*/ 443783 h 4939827"/>
              <a:gd name="connsiteX65" fmla="*/ 10130090 w 12192000"/>
              <a:gd name="connsiteY65" fmla="*/ 459520 h 4939827"/>
              <a:gd name="connsiteX66" fmla="*/ 10173456 w 12192000"/>
              <a:gd name="connsiteY66" fmla="*/ 457749 h 4939827"/>
              <a:gd name="connsiteX67" fmla="*/ 10218232 w 12192000"/>
              <a:gd name="connsiteY67" fmla="*/ 459820 h 4939827"/>
              <a:gd name="connsiteX68" fmla="*/ 10354176 w 12192000"/>
              <a:gd name="connsiteY68" fmla="*/ 471377 h 4939827"/>
              <a:gd name="connsiteX69" fmla="*/ 10430681 w 12192000"/>
              <a:gd name="connsiteY69" fmla="*/ 481226 h 4939827"/>
              <a:gd name="connsiteX70" fmla="*/ 10478169 w 12192000"/>
              <a:gd name="connsiteY70" fmla="*/ 481774 h 4939827"/>
              <a:gd name="connsiteX71" fmla="*/ 10540907 w 12192000"/>
              <a:gd name="connsiteY71" fmla="*/ 485607 h 4939827"/>
              <a:gd name="connsiteX72" fmla="*/ 10614941 w 12192000"/>
              <a:gd name="connsiteY72" fmla="*/ 487592 h 4939827"/>
              <a:gd name="connsiteX73" fmla="*/ 10674098 w 12192000"/>
              <a:gd name="connsiteY73" fmla="*/ 521656 h 4939827"/>
              <a:gd name="connsiteX74" fmla="*/ 10874834 w 12192000"/>
              <a:gd name="connsiteY74" fmla="*/ 574867 h 4939827"/>
              <a:gd name="connsiteX75" fmla="*/ 10944981 w 12192000"/>
              <a:gd name="connsiteY75" fmla="*/ 615042 h 4939827"/>
              <a:gd name="connsiteX76" fmla="*/ 11006376 w 12192000"/>
              <a:gd name="connsiteY76" fmla="*/ 645957 h 4939827"/>
              <a:gd name="connsiteX77" fmla="*/ 11076308 w 12192000"/>
              <a:gd name="connsiteY77" fmla="*/ 675698 h 4939827"/>
              <a:gd name="connsiteX78" fmla="*/ 11148789 w 12192000"/>
              <a:gd name="connsiteY78" fmla="*/ 685041 h 4939827"/>
              <a:gd name="connsiteX79" fmla="*/ 11249129 w 12192000"/>
              <a:gd name="connsiteY79" fmla="*/ 684218 h 4939827"/>
              <a:gd name="connsiteX80" fmla="*/ 11299915 w 12192000"/>
              <a:gd name="connsiteY80" fmla="*/ 692177 h 4939827"/>
              <a:gd name="connsiteX81" fmla="*/ 11386973 w 12192000"/>
              <a:gd name="connsiteY81" fmla="*/ 708209 h 4939827"/>
              <a:gd name="connsiteX82" fmla="*/ 11500105 w 12192000"/>
              <a:gd name="connsiteY82" fmla="*/ 735014 h 4939827"/>
              <a:gd name="connsiteX83" fmla="*/ 11621735 w 12192000"/>
              <a:gd name="connsiteY83" fmla="*/ 789584 h 4939827"/>
              <a:gd name="connsiteX84" fmla="*/ 11691200 w 12192000"/>
              <a:gd name="connsiteY84" fmla="*/ 867902 h 4939827"/>
              <a:gd name="connsiteX85" fmla="*/ 11819427 w 12192000"/>
              <a:gd name="connsiteY85" fmla="*/ 911634 h 4939827"/>
              <a:gd name="connsiteX86" fmla="*/ 11969720 w 12192000"/>
              <a:gd name="connsiteY86" fmla="*/ 964737 h 4939827"/>
              <a:gd name="connsiteX87" fmla="*/ 12055766 w 12192000"/>
              <a:gd name="connsiteY87" fmla="*/ 991268 h 4939827"/>
              <a:gd name="connsiteX88" fmla="*/ 12171539 w 12192000"/>
              <a:gd name="connsiteY88" fmla="*/ 995427 h 4939827"/>
              <a:gd name="connsiteX89" fmla="*/ 12187831 w 12192000"/>
              <a:gd name="connsiteY89" fmla="*/ 996580 h 4939827"/>
              <a:gd name="connsiteX90" fmla="*/ 12192000 w 12192000"/>
              <a:gd name="connsiteY90" fmla="*/ 996726 h 4939827"/>
              <a:gd name="connsiteX91" fmla="*/ 12192000 w 12192000"/>
              <a:gd name="connsiteY91" fmla="*/ 4939827 h 4939827"/>
              <a:gd name="connsiteX92" fmla="*/ 0 w 12192000"/>
              <a:gd name="connsiteY92" fmla="*/ 4939827 h 4939827"/>
              <a:gd name="connsiteX93" fmla="*/ 0 w 12192000"/>
              <a:gd name="connsiteY93" fmla="*/ 512043 h 4939827"/>
              <a:gd name="connsiteX94" fmla="*/ 7381 w 12192000"/>
              <a:gd name="connsiteY94" fmla="*/ 512580 h 4939827"/>
              <a:gd name="connsiteX95" fmla="*/ 100029 w 12192000"/>
              <a:gd name="connsiteY95" fmla="*/ 504758 h 4939827"/>
              <a:gd name="connsiteX96" fmla="*/ 155244 w 12192000"/>
              <a:gd name="connsiteY96" fmla="*/ 525130 h 4939827"/>
              <a:gd name="connsiteX97" fmla="*/ 254366 w 12192000"/>
              <a:gd name="connsiteY97" fmla="*/ 534449 h 4939827"/>
              <a:gd name="connsiteX98" fmla="*/ 447292 w 12192000"/>
              <a:gd name="connsiteY98" fmla="*/ 542725 h 4939827"/>
              <a:gd name="connsiteX99" fmla="*/ 628105 w 12192000"/>
              <a:gd name="connsiteY99" fmla="*/ 547853 h 4939827"/>
              <a:gd name="connsiteX100" fmla="*/ 783146 w 12192000"/>
              <a:gd name="connsiteY100" fmla="*/ 591799 h 4939827"/>
              <a:gd name="connsiteX101" fmla="*/ 1043676 w 12192000"/>
              <a:gd name="connsiteY101" fmla="*/ 591887 h 4939827"/>
              <a:gd name="connsiteX102" fmla="*/ 1281816 w 12192000"/>
              <a:gd name="connsiteY102" fmla="*/ 520946 h 4939827"/>
              <a:gd name="connsiteX103" fmla="*/ 1486347 w 12192000"/>
              <a:gd name="connsiteY103" fmla="*/ 487310 h 4939827"/>
              <a:gd name="connsiteX104" fmla="*/ 1568079 w 12192000"/>
              <a:gd name="connsiteY104" fmla="*/ 462531 h 4939827"/>
              <a:gd name="connsiteX105" fmla="*/ 1622516 w 12192000"/>
              <a:gd name="connsiteY105" fmla="*/ 466058 h 4939827"/>
              <a:gd name="connsiteX106" fmla="*/ 1655457 w 12192000"/>
              <a:gd name="connsiteY106" fmla="*/ 465359 h 4939827"/>
              <a:gd name="connsiteX107" fmla="*/ 1717454 w 12192000"/>
              <a:gd name="connsiteY107" fmla="*/ 417203 h 4939827"/>
              <a:gd name="connsiteX108" fmla="*/ 1913794 w 12192000"/>
              <a:gd name="connsiteY108" fmla="*/ 365255 h 4939827"/>
              <a:gd name="connsiteX109" fmla="*/ 2129762 w 12192000"/>
              <a:gd name="connsiteY109" fmla="*/ 367832 h 4939827"/>
              <a:gd name="connsiteX110" fmla="*/ 2376970 w 12192000"/>
              <a:gd name="connsiteY110" fmla="*/ 350129 h 4939827"/>
              <a:gd name="connsiteX111" fmla="*/ 2480155 w 12192000"/>
              <a:gd name="connsiteY111" fmla="*/ 359227 h 4939827"/>
              <a:gd name="connsiteX112" fmla="*/ 2586782 w 12192000"/>
              <a:gd name="connsiteY112" fmla="*/ 339352 h 4939827"/>
              <a:gd name="connsiteX113" fmla="*/ 2654496 w 12192000"/>
              <a:gd name="connsiteY113" fmla="*/ 315431 h 4939827"/>
              <a:gd name="connsiteX114" fmla="*/ 2788947 w 12192000"/>
              <a:gd name="connsiteY114" fmla="*/ 250375 h 4939827"/>
              <a:gd name="connsiteX115" fmla="*/ 2885389 w 12192000"/>
              <a:gd name="connsiteY115" fmla="*/ 255259 h 4939827"/>
              <a:gd name="connsiteX116" fmla="*/ 3045916 w 12192000"/>
              <a:gd name="connsiteY116" fmla="*/ 261030 h 4939827"/>
              <a:gd name="connsiteX117" fmla="*/ 3074187 w 12192000"/>
              <a:gd name="connsiteY117" fmla="*/ 243226 h 4939827"/>
              <a:gd name="connsiteX118" fmla="*/ 3103677 w 12192000"/>
              <a:gd name="connsiteY118" fmla="*/ 209527 h 4939827"/>
              <a:gd name="connsiteX119" fmla="*/ 3126759 w 12192000"/>
              <a:gd name="connsiteY119" fmla="*/ 211226 h 4939827"/>
              <a:gd name="connsiteX120" fmla="*/ 3164020 w 12192000"/>
              <a:gd name="connsiteY120" fmla="*/ 212779 h 4939827"/>
              <a:gd name="connsiteX121" fmla="*/ 3285019 w 12192000"/>
              <a:gd name="connsiteY121" fmla="*/ 220535 h 4939827"/>
              <a:gd name="connsiteX122" fmla="*/ 3365154 w 12192000"/>
              <a:gd name="connsiteY122" fmla="*/ 226416 h 4939827"/>
              <a:gd name="connsiteX123" fmla="*/ 3367507 w 12192000"/>
              <a:gd name="connsiteY123" fmla="*/ 225416 h 4939827"/>
              <a:gd name="connsiteX124" fmla="*/ 3387567 w 12192000"/>
              <a:gd name="connsiteY124" fmla="*/ 227103 h 4939827"/>
              <a:gd name="connsiteX125" fmla="*/ 3424753 w 12192000"/>
              <a:gd name="connsiteY125" fmla="*/ 244380 h 4939827"/>
              <a:gd name="connsiteX126" fmla="*/ 3498001 w 12192000"/>
              <a:gd name="connsiteY126" fmla="*/ 231941 h 4939827"/>
              <a:gd name="connsiteX127" fmla="*/ 3561557 w 12192000"/>
              <a:gd name="connsiteY127" fmla="*/ 228095 h 4939827"/>
              <a:gd name="connsiteX128" fmla="*/ 3611920 w 12192000"/>
              <a:gd name="connsiteY128" fmla="*/ 218094 h 4939827"/>
              <a:gd name="connsiteX129" fmla="*/ 3620528 w 12192000"/>
              <a:gd name="connsiteY129" fmla="*/ 218788 h 4939827"/>
              <a:gd name="connsiteX130" fmla="*/ 3620766 w 12192000"/>
              <a:gd name="connsiteY130" fmla="*/ 218511 h 4939827"/>
              <a:gd name="connsiteX131" fmla="*/ 3629977 w 12192000"/>
              <a:gd name="connsiteY131" fmla="*/ 218664 h 4939827"/>
              <a:gd name="connsiteX132" fmla="*/ 3636217 w 12192000"/>
              <a:gd name="connsiteY132" fmla="*/ 220048 h 4939827"/>
              <a:gd name="connsiteX133" fmla="*/ 3709484 w 12192000"/>
              <a:gd name="connsiteY133" fmla="*/ 186927 h 4939827"/>
              <a:gd name="connsiteX134" fmla="*/ 3761342 w 12192000"/>
              <a:gd name="connsiteY134" fmla="*/ 177474 h 4939827"/>
              <a:gd name="connsiteX135" fmla="*/ 3799748 w 12192000"/>
              <a:gd name="connsiteY135" fmla="*/ 167154 h 4939827"/>
              <a:gd name="connsiteX136" fmla="*/ 3812225 w 12192000"/>
              <a:gd name="connsiteY136" fmla="*/ 189020 h 4939827"/>
              <a:gd name="connsiteX137" fmla="*/ 3864537 w 12192000"/>
              <a:gd name="connsiteY137" fmla="*/ 200742 h 4939827"/>
              <a:gd name="connsiteX138" fmla="*/ 4028476 w 12192000"/>
              <a:gd name="connsiteY138" fmla="*/ 223679 h 4939827"/>
              <a:gd name="connsiteX139" fmla="*/ 4191582 w 12192000"/>
              <a:gd name="connsiteY139" fmla="*/ 238952 h 4939827"/>
              <a:gd name="connsiteX140" fmla="*/ 4251024 w 12192000"/>
              <a:gd name="connsiteY140" fmla="*/ 240874 h 4939827"/>
              <a:gd name="connsiteX141" fmla="*/ 4355275 w 12192000"/>
              <a:gd name="connsiteY141" fmla="*/ 260205 h 4939827"/>
              <a:gd name="connsiteX142" fmla="*/ 4423807 w 12192000"/>
              <a:gd name="connsiteY142" fmla="*/ 270366 h 4939827"/>
              <a:gd name="connsiteX143" fmla="*/ 4558432 w 12192000"/>
              <a:gd name="connsiteY143" fmla="*/ 269194 h 4939827"/>
              <a:gd name="connsiteX144" fmla="*/ 4635061 w 12192000"/>
              <a:gd name="connsiteY144" fmla="*/ 280682 h 4939827"/>
              <a:gd name="connsiteX145" fmla="*/ 4680829 w 12192000"/>
              <a:gd name="connsiteY145" fmla="*/ 287953 h 4939827"/>
              <a:gd name="connsiteX146" fmla="*/ 4807427 w 12192000"/>
              <a:gd name="connsiteY146" fmla="*/ 276835 h 4939827"/>
              <a:gd name="connsiteX147" fmla="*/ 5028933 w 12192000"/>
              <a:gd name="connsiteY147" fmla="*/ 183887 h 4939827"/>
              <a:gd name="connsiteX148" fmla="*/ 5093642 w 12192000"/>
              <a:gd name="connsiteY148" fmla="*/ 177214 h 4939827"/>
              <a:gd name="connsiteX149" fmla="*/ 5102642 w 12192000"/>
              <a:gd name="connsiteY149" fmla="*/ 186816 h 4939827"/>
              <a:gd name="connsiteX150" fmla="*/ 5193590 w 12192000"/>
              <a:gd name="connsiteY150" fmla="*/ 136361 h 4939827"/>
              <a:gd name="connsiteX151" fmla="*/ 5323922 w 12192000"/>
              <a:gd name="connsiteY151" fmla="*/ 146332 h 4939827"/>
              <a:gd name="connsiteX152" fmla="*/ 5421860 w 12192000"/>
              <a:gd name="connsiteY152" fmla="*/ 167298 h 4939827"/>
              <a:gd name="connsiteX153" fmla="*/ 5476948 w 12192000"/>
              <a:gd name="connsiteY153" fmla="*/ 173249 h 4939827"/>
              <a:gd name="connsiteX154" fmla="*/ 5516842 w 12192000"/>
              <a:gd name="connsiteY154" fmla="*/ 184018 h 4939827"/>
              <a:gd name="connsiteX155" fmla="*/ 5619415 w 12192000"/>
              <a:gd name="connsiteY155" fmla="*/ 176781 h 4939827"/>
              <a:gd name="connsiteX156" fmla="*/ 5789867 w 12192000"/>
              <a:gd name="connsiteY156" fmla="*/ 150304 h 4939827"/>
              <a:gd name="connsiteX157" fmla="*/ 5825953 w 12192000"/>
              <a:gd name="connsiteY157" fmla="*/ 147907 h 4939827"/>
              <a:gd name="connsiteX158" fmla="*/ 5856168 w 12192000"/>
              <a:gd name="connsiteY158" fmla="*/ 158719 h 4939827"/>
              <a:gd name="connsiteX159" fmla="*/ 5862476 w 12192000"/>
              <a:gd name="connsiteY159" fmla="*/ 172447 h 4939827"/>
              <a:gd name="connsiteX160" fmla="*/ 5882195 w 12192000"/>
              <a:gd name="connsiteY160" fmla="*/ 173195 h 4939827"/>
              <a:gd name="connsiteX161" fmla="*/ 5887271 w 12192000"/>
              <a:gd name="connsiteY161" fmla="*/ 176084 h 4939827"/>
              <a:gd name="connsiteX162" fmla="*/ 5916552 w 12192000"/>
              <a:gd name="connsiteY162" fmla="*/ 189955 h 4939827"/>
              <a:gd name="connsiteX163" fmla="*/ 5983240 w 12192000"/>
              <a:gd name="connsiteY163" fmla="*/ 152755 h 4939827"/>
              <a:gd name="connsiteX164" fmla="*/ 6061852 w 12192000"/>
              <a:gd name="connsiteY164" fmla="*/ 161953 h 4939827"/>
              <a:gd name="connsiteX165" fmla="*/ 6408386 w 12192000"/>
              <a:gd name="connsiteY165" fmla="*/ 157590 h 4939827"/>
              <a:gd name="connsiteX166" fmla="*/ 6531386 w 12192000"/>
              <a:gd name="connsiteY166" fmla="*/ 156103 h 4939827"/>
              <a:gd name="connsiteX167" fmla="*/ 6721509 w 12192000"/>
              <a:gd name="connsiteY167" fmla="*/ 54829 h 4939827"/>
              <a:gd name="connsiteX168" fmla="*/ 6947884 w 12192000"/>
              <a:gd name="connsiteY168" fmla="*/ 47587 h 4939827"/>
              <a:gd name="connsiteX169" fmla="*/ 6965101 w 12192000"/>
              <a:gd name="connsiteY169" fmla="*/ 25718 h 4939827"/>
              <a:gd name="connsiteX170" fmla="*/ 6986370 w 12192000"/>
              <a:gd name="connsiteY170" fmla="*/ 12659 h 4939827"/>
              <a:gd name="connsiteX171" fmla="*/ 6989536 w 12192000"/>
              <a:gd name="connsiteY171" fmla="*/ 14528 h 4939827"/>
              <a:gd name="connsiteX172" fmla="*/ 7015933 w 12192000"/>
              <a:gd name="connsiteY172" fmla="*/ 9653 h 4939827"/>
              <a:gd name="connsiteX173" fmla="*/ 7020592 w 12192000"/>
              <a:gd name="connsiteY173" fmla="*/ 1651 h 4939827"/>
              <a:gd name="connsiteX174" fmla="*/ 7025905 w 12192000"/>
              <a:gd name="connsiteY174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43464 w 12192000"/>
              <a:gd name="connsiteY12" fmla="*/ 68367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37675 w 12192000"/>
              <a:gd name="connsiteY17" fmla="*/ 204438 h 4939827"/>
              <a:gd name="connsiteX18" fmla="*/ 7952584 w 12192000"/>
              <a:gd name="connsiteY18" fmla="*/ 170181 h 4939827"/>
              <a:gd name="connsiteX19" fmla="*/ 8009534 w 12192000"/>
              <a:gd name="connsiteY19" fmla="*/ 176441 h 4939827"/>
              <a:gd name="connsiteX20" fmla="*/ 8058681 w 12192000"/>
              <a:gd name="connsiteY20" fmla="*/ 219431 h 4939827"/>
              <a:gd name="connsiteX21" fmla="*/ 8126175 w 12192000"/>
              <a:gd name="connsiteY21" fmla="*/ 240005 h 4939827"/>
              <a:gd name="connsiteX22" fmla="*/ 8166439 w 12192000"/>
              <a:gd name="connsiteY22" fmla="*/ 252699 h 4939827"/>
              <a:gd name="connsiteX23" fmla="*/ 8281371 w 12192000"/>
              <a:gd name="connsiteY23" fmla="*/ 256875 h 4939827"/>
              <a:gd name="connsiteX24" fmla="*/ 8381609 w 12192000"/>
              <a:gd name="connsiteY24" fmla="*/ 240618 h 4939827"/>
              <a:gd name="connsiteX25" fmla="*/ 8406759 w 12192000"/>
              <a:gd name="connsiteY25" fmla="*/ 232517 h 4939827"/>
              <a:gd name="connsiteX26" fmla="*/ 8426506 w 12192000"/>
              <a:gd name="connsiteY26" fmla="*/ 241842 h 4939827"/>
              <a:gd name="connsiteX27" fmla="*/ 8427949 w 12192000"/>
              <a:gd name="connsiteY27" fmla="*/ 240981 h 4939827"/>
              <a:gd name="connsiteX28" fmla="*/ 8441468 w 12192000"/>
              <a:gd name="connsiteY28" fmla="*/ 241157 h 4939827"/>
              <a:gd name="connsiteX29" fmla="*/ 8565757 w 12192000"/>
              <a:gd name="connsiteY29" fmla="*/ 255317 h 4939827"/>
              <a:gd name="connsiteX30" fmla="*/ 8573171 w 12192000"/>
              <a:gd name="connsiteY30" fmla="*/ 258426 h 4939827"/>
              <a:gd name="connsiteX31" fmla="*/ 8573548 w 12192000"/>
              <a:gd name="connsiteY31" fmla="*/ 258241 h 4939827"/>
              <a:gd name="connsiteX32" fmla="*/ 8581827 w 12192000"/>
              <a:gd name="connsiteY32" fmla="*/ 261028 h 4939827"/>
              <a:gd name="connsiteX33" fmla="*/ 8586687 w 12192000"/>
              <a:gd name="connsiteY33" fmla="*/ 264089 h 4939827"/>
              <a:gd name="connsiteX34" fmla="*/ 8601067 w 12192000"/>
              <a:gd name="connsiteY34" fmla="*/ 270114 h 4939827"/>
              <a:gd name="connsiteX35" fmla="*/ 8672650 w 12192000"/>
              <a:gd name="connsiteY35" fmla="*/ 254821 h 4939827"/>
              <a:gd name="connsiteX36" fmla="*/ 8785543 w 12192000"/>
              <a:gd name="connsiteY36" fmla="*/ 263406 h 4939827"/>
              <a:gd name="connsiteX37" fmla="*/ 8830588 w 12192000"/>
              <a:gd name="connsiteY37" fmla="*/ 265483 h 4939827"/>
              <a:gd name="connsiteX38" fmla="*/ 8905142 w 12192000"/>
              <a:gd name="connsiteY38" fmla="*/ 264958 h 4939827"/>
              <a:gd name="connsiteX39" fmla="*/ 8968582 w 12192000"/>
              <a:gd name="connsiteY39" fmla="*/ 262728 h 4939827"/>
              <a:gd name="connsiteX40" fmla="*/ 8972994 w 12192000"/>
              <a:gd name="connsiteY40" fmla="*/ 263284 h 4939827"/>
              <a:gd name="connsiteX41" fmla="*/ 9004605 w 12192000"/>
              <a:gd name="connsiteY41" fmla="*/ 258041 h 4939827"/>
              <a:gd name="connsiteX42" fmla="*/ 9016165 w 12192000"/>
              <a:gd name="connsiteY42" fmla="*/ 261258 h 4939827"/>
              <a:gd name="connsiteX43" fmla="*/ 9043297 w 12192000"/>
              <a:gd name="connsiteY43" fmla="*/ 281547 h 4939827"/>
              <a:gd name="connsiteX44" fmla="*/ 9048315 w 12192000"/>
              <a:gd name="connsiteY44" fmla="*/ 279264 h 4939827"/>
              <a:gd name="connsiteX45" fmla="*/ 9054706 w 12192000"/>
              <a:gd name="connsiteY45" fmla="*/ 278538 h 4939827"/>
              <a:gd name="connsiteX46" fmla="*/ 9070919 w 12192000"/>
              <a:gd name="connsiteY46" fmla="*/ 281810 h 4939827"/>
              <a:gd name="connsiteX47" fmla="*/ 9076813 w 12192000"/>
              <a:gd name="connsiteY47" fmla="*/ 283909 h 4939827"/>
              <a:gd name="connsiteX48" fmla="*/ 9085871 w 12192000"/>
              <a:gd name="connsiteY48" fmla="*/ 285133 h 4939827"/>
              <a:gd name="connsiteX49" fmla="*/ 9086159 w 12192000"/>
              <a:gd name="connsiteY49" fmla="*/ 284887 h 4939827"/>
              <a:gd name="connsiteX50" fmla="*/ 9134606 w 12192000"/>
              <a:gd name="connsiteY50" fmla="*/ 288168 h 4939827"/>
              <a:gd name="connsiteX51" fmla="*/ 9195590 w 12192000"/>
              <a:gd name="connsiteY51" fmla="*/ 279568 h 4939827"/>
              <a:gd name="connsiteX52" fmla="*/ 9219336 w 12192000"/>
              <a:gd name="connsiteY52" fmla="*/ 278133 h 4939827"/>
              <a:gd name="connsiteX53" fmla="*/ 9232362 w 12192000"/>
              <a:gd name="connsiteY53" fmla="*/ 275894 h 4939827"/>
              <a:gd name="connsiteX54" fmla="*/ 9233396 w 12192000"/>
              <a:gd name="connsiteY54" fmla="*/ 274803 h 4939827"/>
              <a:gd name="connsiteX55" fmla="*/ 9256213 w 12192000"/>
              <a:gd name="connsiteY55" fmla="*/ 281576 h 4939827"/>
              <a:gd name="connsiteX56" fmla="*/ 9262377 w 12192000"/>
              <a:gd name="connsiteY56" fmla="*/ 286635 h 4939827"/>
              <a:gd name="connsiteX57" fmla="*/ 9287089 w 12192000"/>
              <a:gd name="connsiteY57" fmla="*/ 303891 h 4939827"/>
              <a:gd name="connsiteX58" fmla="*/ 9371484 w 12192000"/>
              <a:gd name="connsiteY58" fmla="*/ 329634 h 4939827"/>
              <a:gd name="connsiteX59" fmla="*/ 9404829 w 12192000"/>
              <a:gd name="connsiteY59" fmla="*/ 339038 h 4939827"/>
              <a:gd name="connsiteX60" fmla="*/ 9427021 w 12192000"/>
              <a:gd name="connsiteY60" fmla="*/ 358784 h 4939827"/>
              <a:gd name="connsiteX61" fmla="*/ 9670844 w 12192000"/>
              <a:gd name="connsiteY61" fmla="*/ 405128 h 4939827"/>
              <a:gd name="connsiteX62" fmla="*/ 9816083 w 12192000"/>
              <a:gd name="connsiteY62" fmla="*/ 416573 h 4939827"/>
              <a:gd name="connsiteX63" fmla="*/ 9936741 w 12192000"/>
              <a:gd name="connsiteY63" fmla="*/ 437044 h 4939827"/>
              <a:gd name="connsiteX64" fmla="*/ 10050093 w 12192000"/>
              <a:gd name="connsiteY64" fmla="*/ 443783 h 4939827"/>
              <a:gd name="connsiteX65" fmla="*/ 10130090 w 12192000"/>
              <a:gd name="connsiteY65" fmla="*/ 459520 h 4939827"/>
              <a:gd name="connsiteX66" fmla="*/ 10173456 w 12192000"/>
              <a:gd name="connsiteY66" fmla="*/ 457749 h 4939827"/>
              <a:gd name="connsiteX67" fmla="*/ 10218232 w 12192000"/>
              <a:gd name="connsiteY67" fmla="*/ 459820 h 4939827"/>
              <a:gd name="connsiteX68" fmla="*/ 10354176 w 12192000"/>
              <a:gd name="connsiteY68" fmla="*/ 471377 h 4939827"/>
              <a:gd name="connsiteX69" fmla="*/ 10430681 w 12192000"/>
              <a:gd name="connsiteY69" fmla="*/ 481226 h 4939827"/>
              <a:gd name="connsiteX70" fmla="*/ 10478169 w 12192000"/>
              <a:gd name="connsiteY70" fmla="*/ 481774 h 4939827"/>
              <a:gd name="connsiteX71" fmla="*/ 10540907 w 12192000"/>
              <a:gd name="connsiteY71" fmla="*/ 485607 h 4939827"/>
              <a:gd name="connsiteX72" fmla="*/ 10614941 w 12192000"/>
              <a:gd name="connsiteY72" fmla="*/ 487592 h 4939827"/>
              <a:gd name="connsiteX73" fmla="*/ 10674098 w 12192000"/>
              <a:gd name="connsiteY73" fmla="*/ 521656 h 4939827"/>
              <a:gd name="connsiteX74" fmla="*/ 10874834 w 12192000"/>
              <a:gd name="connsiteY74" fmla="*/ 574867 h 4939827"/>
              <a:gd name="connsiteX75" fmla="*/ 10944981 w 12192000"/>
              <a:gd name="connsiteY75" fmla="*/ 615042 h 4939827"/>
              <a:gd name="connsiteX76" fmla="*/ 11006376 w 12192000"/>
              <a:gd name="connsiteY76" fmla="*/ 645957 h 4939827"/>
              <a:gd name="connsiteX77" fmla="*/ 11076308 w 12192000"/>
              <a:gd name="connsiteY77" fmla="*/ 675698 h 4939827"/>
              <a:gd name="connsiteX78" fmla="*/ 11148789 w 12192000"/>
              <a:gd name="connsiteY78" fmla="*/ 685041 h 4939827"/>
              <a:gd name="connsiteX79" fmla="*/ 11249129 w 12192000"/>
              <a:gd name="connsiteY79" fmla="*/ 684218 h 4939827"/>
              <a:gd name="connsiteX80" fmla="*/ 11299915 w 12192000"/>
              <a:gd name="connsiteY80" fmla="*/ 692177 h 4939827"/>
              <a:gd name="connsiteX81" fmla="*/ 11386973 w 12192000"/>
              <a:gd name="connsiteY81" fmla="*/ 708209 h 4939827"/>
              <a:gd name="connsiteX82" fmla="*/ 11500105 w 12192000"/>
              <a:gd name="connsiteY82" fmla="*/ 735014 h 4939827"/>
              <a:gd name="connsiteX83" fmla="*/ 11621735 w 12192000"/>
              <a:gd name="connsiteY83" fmla="*/ 789584 h 4939827"/>
              <a:gd name="connsiteX84" fmla="*/ 11691200 w 12192000"/>
              <a:gd name="connsiteY84" fmla="*/ 867902 h 4939827"/>
              <a:gd name="connsiteX85" fmla="*/ 11819427 w 12192000"/>
              <a:gd name="connsiteY85" fmla="*/ 911634 h 4939827"/>
              <a:gd name="connsiteX86" fmla="*/ 11969720 w 12192000"/>
              <a:gd name="connsiteY86" fmla="*/ 964737 h 4939827"/>
              <a:gd name="connsiteX87" fmla="*/ 12055766 w 12192000"/>
              <a:gd name="connsiteY87" fmla="*/ 991268 h 4939827"/>
              <a:gd name="connsiteX88" fmla="*/ 12171539 w 12192000"/>
              <a:gd name="connsiteY88" fmla="*/ 995427 h 4939827"/>
              <a:gd name="connsiteX89" fmla="*/ 12187831 w 12192000"/>
              <a:gd name="connsiteY89" fmla="*/ 996580 h 4939827"/>
              <a:gd name="connsiteX90" fmla="*/ 12192000 w 12192000"/>
              <a:gd name="connsiteY90" fmla="*/ 996726 h 4939827"/>
              <a:gd name="connsiteX91" fmla="*/ 12192000 w 12192000"/>
              <a:gd name="connsiteY91" fmla="*/ 4939827 h 4939827"/>
              <a:gd name="connsiteX92" fmla="*/ 0 w 12192000"/>
              <a:gd name="connsiteY92" fmla="*/ 4939827 h 4939827"/>
              <a:gd name="connsiteX93" fmla="*/ 0 w 12192000"/>
              <a:gd name="connsiteY93" fmla="*/ 512043 h 4939827"/>
              <a:gd name="connsiteX94" fmla="*/ 7381 w 12192000"/>
              <a:gd name="connsiteY94" fmla="*/ 512580 h 4939827"/>
              <a:gd name="connsiteX95" fmla="*/ 100029 w 12192000"/>
              <a:gd name="connsiteY95" fmla="*/ 504758 h 4939827"/>
              <a:gd name="connsiteX96" fmla="*/ 155244 w 12192000"/>
              <a:gd name="connsiteY96" fmla="*/ 525130 h 4939827"/>
              <a:gd name="connsiteX97" fmla="*/ 254366 w 12192000"/>
              <a:gd name="connsiteY97" fmla="*/ 534449 h 4939827"/>
              <a:gd name="connsiteX98" fmla="*/ 447292 w 12192000"/>
              <a:gd name="connsiteY98" fmla="*/ 542725 h 4939827"/>
              <a:gd name="connsiteX99" fmla="*/ 628105 w 12192000"/>
              <a:gd name="connsiteY99" fmla="*/ 547853 h 4939827"/>
              <a:gd name="connsiteX100" fmla="*/ 783146 w 12192000"/>
              <a:gd name="connsiteY100" fmla="*/ 591799 h 4939827"/>
              <a:gd name="connsiteX101" fmla="*/ 1043676 w 12192000"/>
              <a:gd name="connsiteY101" fmla="*/ 591887 h 4939827"/>
              <a:gd name="connsiteX102" fmla="*/ 1281816 w 12192000"/>
              <a:gd name="connsiteY102" fmla="*/ 520946 h 4939827"/>
              <a:gd name="connsiteX103" fmla="*/ 1486347 w 12192000"/>
              <a:gd name="connsiteY103" fmla="*/ 487310 h 4939827"/>
              <a:gd name="connsiteX104" fmla="*/ 1568079 w 12192000"/>
              <a:gd name="connsiteY104" fmla="*/ 462531 h 4939827"/>
              <a:gd name="connsiteX105" fmla="*/ 1622516 w 12192000"/>
              <a:gd name="connsiteY105" fmla="*/ 466058 h 4939827"/>
              <a:gd name="connsiteX106" fmla="*/ 1655457 w 12192000"/>
              <a:gd name="connsiteY106" fmla="*/ 465359 h 4939827"/>
              <a:gd name="connsiteX107" fmla="*/ 1717454 w 12192000"/>
              <a:gd name="connsiteY107" fmla="*/ 417203 h 4939827"/>
              <a:gd name="connsiteX108" fmla="*/ 1913794 w 12192000"/>
              <a:gd name="connsiteY108" fmla="*/ 365255 h 4939827"/>
              <a:gd name="connsiteX109" fmla="*/ 2129762 w 12192000"/>
              <a:gd name="connsiteY109" fmla="*/ 367832 h 4939827"/>
              <a:gd name="connsiteX110" fmla="*/ 2376970 w 12192000"/>
              <a:gd name="connsiteY110" fmla="*/ 350129 h 4939827"/>
              <a:gd name="connsiteX111" fmla="*/ 2480155 w 12192000"/>
              <a:gd name="connsiteY111" fmla="*/ 359227 h 4939827"/>
              <a:gd name="connsiteX112" fmla="*/ 2586782 w 12192000"/>
              <a:gd name="connsiteY112" fmla="*/ 339352 h 4939827"/>
              <a:gd name="connsiteX113" fmla="*/ 2654496 w 12192000"/>
              <a:gd name="connsiteY113" fmla="*/ 315431 h 4939827"/>
              <a:gd name="connsiteX114" fmla="*/ 2788947 w 12192000"/>
              <a:gd name="connsiteY114" fmla="*/ 250375 h 4939827"/>
              <a:gd name="connsiteX115" fmla="*/ 2885389 w 12192000"/>
              <a:gd name="connsiteY115" fmla="*/ 255259 h 4939827"/>
              <a:gd name="connsiteX116" fmla="*/ 3045916 w 12192000"/>
              <a:gd name="connsiteY116" fmla="*/ 261030 h 4939827"/>
              <a:gd name="connsiteX117" fmla="*/ 3074187 w 12192000"/>
              <a:gd name="connsiteY117" fmla="*/ 243226 h 4939827"/>
              <a:gd name="connsiteX118" fmla="*/ 3103677 w 12192000"/>
              <a:gd name="connsiteY118" fmla="*/ 209527 h 4939827"/>
              <a:gd name="connsiteX119" fmla="*/ 3126759 w 12192000"/>
              <a:gd name="connsiteY119" fmla="*/ 211226 h 4939827"/>
              <a:gd name="connsiteX120" fmla="*/ 3164020 w 12192000"/>
              <a:gd name="connsiteY120" fmla="*/ 212779 h 4939827"/>
              <a:gd name="connsiteX121" fmla="*/ 3285019 w 12192000"/>
              <a:gd name="connsiteY121" fmla="*/ 220535 h 4939827"/>
              <a:gd name="connsiteX122" fmla="*/ 3365154 w 12192000"/>
              <a:gd name="connsiteY122" fmla="*/ 226416 h 4939827"/>
              <a:gd name="connsiteX123" fmla="*/ 3367507 w 12192000"/>
              <a:gd name="connsiteY123" fmla="*/ 225416 h 4939827"/>
              <a:gd name="connsiteX124" fmla="*/ 3387567 w 12192000"/>
              <a:gd name="connsiteY124" fmla="*/ 227103 h 4939827"/>
              <a:gd name="connsiteX125" fmla="*/ 3424753 w 12192000"/>
              <a:gd name="connsiteY125" fmla="*/ 244380 h 4939827"/>
              <a:gd name="connsiteX126" fmla="*/ 3498001 w 12192000"/>
              <a:gd name="connsiteY126" fmla="*/ 231941 h 4939827"/>
              <a:gd name="connsiteX127" fmla="*/ 3561557 w 12192000"/>
              <a:gd name="connsiteY127" fmla="*/ 228095 h 4939827"/>
              <a:gd name="connsiteX128" fmla="*/ 3611920 w 12192000"/>
              <a:gd name="connsiteY128" fmla="*/ 218094 h 4939827"/>
              <a:gd name="connsiteX129" fmla="*/ 3620528 w 12192000"/>
              <a:gd name="connsiteY129" fmla="*/ 218788 h 4939827"/>
              <a:gd name="connsiteX130" fmla="*/ 3620766 w 12192000"/>
              <a:gd name="connsiteY130" fmla="*/ 218511 h 4939827"/>
              <a:gd name="connsiteX131" fmla="*/ 3629977 w 12192000"/>
              <a:gd name="connsiteY131" fmla="*/ 218664 h 4939827"/>
              <a:gd name="connsiteX132" fmla="*/ 3636217 w 12192000"/>
              <a:gd name="connsiteY132" fmla="*/ 220048 h 4939827"/>
              <a:gd name="connsiteX133" fmla="*/ 3709484 w 12192000"/>
              <a:gd name="connsiteY133" fmla="*/ 186927 h 4939827"/>
              <a:gd name="connsiteX134" fmla="*/ 3761342 w 12192000"/>
              <a:gd name="connsiteY134" fmla="*/ 177474 h 4939827"/>
              <a:gd name="connsiteX135" fmla="*/ 3799748 w 12192000"/>
              <a:gd name="connsiteY135" fmla="*/ 167154 h 4939827"/>
              <a:gd name="connsiteX136" fmla="*/ 3812225 w 12192000"/>
              <a:gd name="connsiteY136" fmla="*/ 189020 h 4939827"/>
              <a:gd name="connsiteX137" fmla="*/ 3864537 w 12192000"/>
              <a:gd name="connsiteY137" fmla="*/ 200742 h 4939827"/>
              <a:gd name="connsiteX138" fmla="*/ 4028476 w 12192000"/>
              <a:gd name="connsiteY138" fmla="*/ 223679 h 4939827"/>
              <a:gd name="connsiteX139" fmla="*/ 4191582 w 12192000"/>
              <a:gd name="connsiteY139" fmla="*/ 238952 h 4939827"/>
              <a:gd name="connsiteX140" fmla="*/ 4251024 w 12192000"/>
              <a:gd name="connsiteY140" fmla="*/ 240874 h 4939827"/>
              <a:gd name="connsiteX141" fmla="*/ 4355275 w 12192000"/>
              <a:gd name="connsiteY141" fmla="*/ 260205 h 4939827"/>
              <a:gd name="connsiteX142" fmla="*/ 4423807 w 12192000"/>
              <a:gd name="connsiteY142" fmla="*/ 270366 h 4939827"/>
              <a:gd name="connsiteX143" fmla="*/ 4558432 w 12192000"/>
              <a:gd name="connsiteY143" fmla="*/ 269194 h 4939827"/>
              <a:gd name="connsiteX144" fmla="*/ 4635061 w 12192000"/>
              <a:gd name="connsiteY144" fmla="*/ 280682 h 4939827"/>
              <a:gd name="connsiteX145" fmla="*/ 4807427 w 12192000"/>
              <a:gd name="connsiteY145" fmla="*/ 276835 h 4939827"/>
              <a:gd name="connsiteX146" fmla="*/ 5028933 w 12192000"/>
              <a:gd name="connsiteY146" fmla="*/ 183887 h 4939827"/>
              <a:gd name="connsiteX147" fmla="*/ 5093642 w 12192000"/>
              <a:gd name="connsiteY147" fmla="*/ 177214 h 4939827"/>
              <a:gd name="connsiteX148" fmla="*/ 5102642 w 12192000"/>
              <a:gd name="connsiteY148" fmla="*/ 186816 h 4939827"/>
              <a:gd name="connsiteX149" fmla="*/ 5193590 w 12192000"/>
              <a:gd name="connsiteY149" fmla="*/ 136361 h 4939827"/>
              <a:gd name="connsiteX150" fmla="*/ 5323922 w 12192000"/>
              <a:gd name="connsiteY150" fmla="*/ 146332 h 4939827"/>
              <a:gd name="connsiteX151" fmla="*/ 5421860 w 12192000"/>
              <a:gd name="connsiteY151" fmla="*/ 167298 h 4939827"/>
              <a:gd name="connsiteX152" fmla="*/ 5476948 w 12192000"/>
              <a:gd name="connsiteY152" fmla="*/ 173249 h 4939827"/>
              <a:gd name="connsiteX153" fmla="*/ 5516842 w 12192000"/>
              <a:gd name="connsiteY153" fmla="*/ 184018 h 4939827"/>
              <a:gd name="connsiteX154" fmla="*/ 5619415 w 12192000"/>
              <a:gd name="connsiteY154" fmla="*/ 176781 h 4939827"/>
              <a:gd name="connsiteX155" fmla="*/ 5789867 w 12192000"/>
              <a:gd name="connsiteY155" fmla="*/ 150304 h 4939827"/>
              <a:gd name="connsiteX156" fmla="*/ 5825953 w 12192000"/>
              <a:gd name="connsiteY156" fmla="*/ 147907 h 4939827"/>
              <a:gd name="connsiteX157" fmla="*/ 5856168 w 12192000"/>
              <a:gd name="connsiteY157" fmla="*/ 158719 h 4939827"/>
              <a:gd name="connsiteX158" fmla="*/ 5862476 w 12192000"/>
              <a:gd name="connsiteY158" fmla="*/ 172447 h 4939827"/>
              <a:gd name="connsiteX159" fmla="*/ 5882195 w 12192000"/>
              <a:gd name="connsiteY159" fmla="*/ 173195 h 4939827"/>
              <a:gd name="connsiteX160" fmla="*/ 5887271 w 12192000"/>
              <a:gd name="connsiteY160" fmla="*/ 176084 h 4939827"/>
              <a:gd name="connsiteX161" fmla="*/ 5916552 w 12192000"/>
              <a:gd name="connsiteY161" fmla="*/ 189955 h 4939827"/>
              <a:gd name="connsiteX162" fmla="*/ 5983240 w 12192000"/>
              <a:gd name="connsiteY162" fmla="*/ 152755 h 4939827"/>
              <a:gd name="connsiteX163" fmla="*/ 6061852 w 12192000"/>
              <a:gd name="connsiteY163" fmla="*/ 161953 h 4939827"/>
              <a:gd name="connsiteX164" fmla="*/ 6408386 w 12192000"/>
              <a:gd name="connsiteY164" fmla="*/ 157590 h 4939827"/>
              <a:gd name="connsiteX165" fmla="*/ 6531386 w 12192000"/>
              <a:gd name="connsiteY165" fmla="*/ 156103 h 4939827"/>
              <a:gd name="connsiteX166" fmla="*/ 6721509 w 12192000"/>
              <a:gd name="connsiteY166" fmla="*/ 54829 h 4939827"/>
              <a:gd name="connsiteX167" fmla="*/ 6947884 w 12192000"/>
              <a:gd name="connsiteY167" fmla="*/ 47587 h 4939827"/>
              <a:gd name="connsiteX168" fmla="*/ 6965101 w 12192000"/>
              <a:gd name="connsiteY168" fmla="*/ 25718 h 4939827"/>
              <a:gd name="connsiteX169" fmla="*/ 6986370 w 12192000"/>
              <a:gd name="connsiteY169" fmla="*/ 12659 h 4939827"/>
              <a:gd name="connsiteX170" fmla="*/ 6989536 w 12192000"/>
              <a:gd name="connsiteY170" fmla="*/ 14528 h 4939827"/>
              <a:gd name="connsiteX171" fmla="*/ 7015933 w 12192000"/>
              <a:gd name="connsiteY171" fmla="*/ 9653 h 4939827"/>
              <a:gd name="connsiteX172" fmla="*/ 7020592 w 12192000"/>
              <a:gd name="connsiteY172" fmla="*/ 1651 h 4939827"/>
              <a:gd name="connsiteX173" fmla="*/ 7025905 w 12192000"/>
              <a:gd name="connsiteY173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43464 w 12192000"/>
              <a:gd name="connsiteY12" fmla="*/ 68367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37675 w 12192000"/>
              <a:gd name="connsiteY17" fmla="*/ 204438 h 4939827"/>
              <a:gd name="connsiteX18" fmla="*/ 7952584 w 12192000"/>
              <a:gd name="connsiteY18" fmla="*/ 170181 h 4939827"/>
              <a:gd name="connsiteX19" fmla="*/ 8009534 w 12192000"/>
              <a:gd name="connsiteY19" fmla="*/ 176441 h 4939827"/>
              <a:gd name="connsiteX20" fmla="*/ 8058681 w 12192000"/>
              <a:gd name="connsiteY20" fmla="*/ 219431 h 4939827"/>
              <a:gd name="connsiteX21" fmla="*/ 8126175 w 12192000"/>
              <a:gd name="connsiteY21" fmla="*/ 240005 h 4939827"/>
              <a:gd name="connsiteX22" fmla="*/ 8166439 w 12192000"/>
              <a:gd name="connsiteY22" fmla="*/ 252699 h 4939827"/>
              <a:gd name="connsiteX23" fmla="*/ 8281371 w 12192000"/>
              <a:gd name="connsiteY23" fmla="*/ 256875 h 4939827"/>
              <a:gd name="connsiteX24" fmla="*/ 8381609 w 12192000"/>
              <a:gd name="connsiteY24" fmla="*/ 240618 h 4939827"/>
              <a:gd name="connsiteX25" fmla="*/ 8406759 w 12192000"/>
              <a:gd name="connsiteY25" fmla="*/ 232517 h 4939827"/>
              <a:gd name="connsiteX26" fmla="*/ 8426506 w 12192000"/>
              <a:gd name="connsiteY26" fmla="*/ 241842 h 4939827"/>
              <a:gd name="connsiteX27" fmla="*/ 8427949 w 12192000"/>
              <a:gd name="connsiteY27" fmla="*/ 240981 h 4939827"/>
              <a:gd name="connsiteX28" fmla="*/ 8441468 w 12192000"/>
              <a:gd name="connsiteY28" fmla="*/ 241157 h 4939827"/>
              <a:gd name="connsiteX29" fmla="*/ 8565757 w 12192000"/>
              <a:gd name="connsiteY29" fmla="*/ 255317 h 4939827"/>
              <a:gd name="connsiteX30" fmla="*/ 8573171 w 12192000"/>
              <a:gd name="connsiteY30" fmla="*/ 258426 h 4939827"/>
              <a:gd name="connsiteX31" fmla="*/ 8573548 w 12192000"/>
              <a:gd name="connsiteY31" fmla="*/ 258241 h 4939827"/>
              <a:gd name="connsiteX32" fmla="*/ 8581827 w 12192000"/>
              <a:gd name="connsiteY32" fmla="*/ 261028 h 4939827"/>
              <a:gd name="connsiteX33" fmla="*/ 8586687 w 12192000"/>
              <a:gd name="connsiteY33" fmla="*/ 264089 h 4939827"/>
              <a:gd name="connsiteX34" fmla="*/ 8601067 w 12192000"/>
              <a:gd name="connsiteY34" fmla="*/ 270114 h 4939827"/>
              <a:gd name="connsiteX35" fmla="*/ 8672650 w 12192000"/>
              <a:gd name="connsiteY35" fmla="*/ 254821 h 4939827"/>
              <a:gd name="connsiteX36" fmla="*/ 8785543 w 12192000"/>
              <a:gd name="connsiteY36" fmla="*/ 263406 h 4939827"/>
              <a:gd name="connsiteX37" fmla="*/ 8830588 w 12192000"/>
              <a:gd name="connsiteY37" fmla="*/ 265483 h 4939827"/>
              <a:gd name="connsiteX38" fmla="*/ 8905142 w 12192000"/>
              <a:gd name="connsiteY38" fmla="*/ 264958 h 4939827"/>
              <a:gd name="connsiteX39" fmla="*/ 8968582 w 12192000"/>
              <a:gd name="connsiteY39" fmla="*/ 262728 h 4939827"/>
              <a:gd name="connsiteX40" fmla="*/ 8972994 w 12192000"/>
              <a:gd name="connsiteY40" fmla="*/ 263284 h 4939827"/>
              <a:gd name="connsiteX41" fmla="*/ 9004605 w 12192000"/>
              <a:gd name="connsiteY41" fmla="*/ 258041 h 4939827"/>
              <a:gd name="connsiteX42" fmla="*/ 9016165 w 12192000"/>
              <a:gd name="connsiteY42" fmla="*/ 261258 h 4939827"/>
              <a:gd name="connsiteX43" fmla="*/ 9043297 w 12192000"/>
              <a:gd name="connsiteY43" fmla="*/ 281547 h 4939827"/>
              <a:gd name="connsiteX44" fmla="*/ 9048315 w 12192000"/>
              <a:gd name="connsiteY44" fmla="*/ 279264 h 4939827"/>
              <a:gd name="connsiteX45" fmla="*/ 9054706 w 12192000"/>
              <a:gd name="connsiteY45" fmla="*/ 278538 h 4939827"/>
              <a:gd name="connsiteX46" fmla="*/ 9070919 w 12192000"/>
              <a:gd name="connsiteY46" fmla="*/ 281810 h 4939827"/>
              <a:gd name="connsiteX47" fmla="*/ 9076813 w 12192000"/>
              <a:gd name="connsiteY47" fmla="*/ 283909 h 4939827"/>
              <a:gd name="connsiteX48" fmla="*/ 9085871 w 12192000"/>
              <a:gd name="connsiteY48" fmla="*/ 285133 h 4939827"/>
              <a:gd name="connsiteX49" fmla="*/ 9086159 w 12192000"/>
              <a:gd name="connsiteY49" fmla="*/ 284887 h 4939827"/>
              <a:gd name="connsiteX50" fmla="*/ 9134606 w 12192000"/>
              <a:gd name="connsiteY50" fmla="*/ 288168 h 4939827"/>
              <a:gd name="connsiteX51" fmla="*/ 9195590 w 12192000"/>
              <a:gd name="connsiteY51" fmla="*/ 279568 h 4939827"/>
              <a:gd name="connsiteX52" fmla="*/ 9219336 w 12192000"/>
              <a:gd name="connsiteY52" fmla="*/ 278133 h 4939827"/>
              <a:gd name="connsiteX53" fmla="*/ 9232362 w 12192000"/>
              <a:gd name="connsiteY53" fmla="*/ 275894 h 4939827"/>
              <a:gd name="connsiteX54" fmla="*/ 9233396 w 12192000"/>
              <a:gd name="connsiteY54" fmla="*/ 274803 h 4939827"/>
              <a:gd name="connsiteX55" fmla="*/ 9256213 w 12192000"/>
              <a:gd name="connsiteY55" fmla="*/ 281576 h 4939827"/>
              <a:gd name="connsiteX56" fmla="*/ 9262377 w 12192000"/>
              <a:gd name="connsiteY56" fmla="*/ 286635 h 4939827"/>
              <a:gd name="connsiteX57" fmla="*/ 9287089 w 12192000"/>
              <a:gd name="connsiteY57" fmla="*/ 303891 h 4939827"/>
              <a:gd name="connsiteX58" fmla="*/ 9371484 w 12192000"/>
              <a:gd name="connsiteY58" fmla="*/ 329634 h 4939827"/>
              <a:gd name="connsiteX59" fmla="*/ 9404829 w 12192000"/>
              <a:gd name="connsiteY59" fmla="*/ 339038 h 4939827"/>
              <a:gd name="connsiteX60" fmla="*/ 9427021 w 12192000"/>
              <a:gd name="connsiteY60" fmla="*/ 358784 h 4939827"/>
              <a:gd name="connsiteX61" fmla="*/ 9670844 w 12192000"/>
              <a:gd name="connsiteY61" fmla="*/ 405128 h 4939827"/>
              <a:gd name="connsiteX62" fmla="*/ 9816083 w 12192000"/>
              <a:gd name="connsiteY62" fmla="*/ 416573 h 4939827"/>
              <a:gd name="connsiteX63" fmla="*/ 9936741 w 12192000"/>
              <a:gd name="connsiteY63" fmla="*/ 437044 h 4939827"/>
              <a:gd name="connsiteX64" fmla="*/ 10050093 w 12192000"/>
              <a:gd name="connsiteY64" fmla="*/ 443783 h 4939827"/>
              <a:gd name="connsiteX65" fmla="*/ 10130090 w 12192000"/>
              <a:gd name="connsiteY65" fmla="*/ 459520 h 4939827"/>
              <a:gd name="connsiteX66" fmla="*/ 10173456 w 12192000"/>
              <a:gd name="connsiteY66" fmla="*/ 457749 h 4939827"/>
              <a:gd name="connsiteX67" fmla="*/ 10218232 w 12192000"/>
              <a:gd name="connsiteY67" fmla="*/ 459820 h 4939827"/>
              <a:gd name="connsiteX68" fmla="*/ 10354176 w 12192000"/>
              <a:gd name="connsiteY68" fmla="*/ 471377 h 4939827"/>
              <a:gd name="connsiteX69" fmla="*/ 10430681 w 12192000"/>
              <a:gd name="connsiteY69" fmla="*/ 481226 h 4939827"/>
              <a:gd name="connsiteX70" fmla="*/ 10478169 w 12192000"/>
              <a:gd name="connsiteY70" fmla="*/ 481774 h 4939827"/>
              <a:gd name="connsiteX71" fmla="*/ 10540907 w 12192000"/>
              <a:gd name="connsiteY71" fmla="*/ 485607 h 4939827"/>
              <a:gd name="connsiteX72" fmla="*/ 10614941 w 12192000"/>
              <a:gd name="connsiteY72" fmla="*/ 487592 h 4939827"/>
              <a:gd name="connsiteX73" fmla="*/ 10674098 w 12192000"/>
              <a:gd name="connsiteY73" fmla="*/ 521656 h 4939827"/>
              <a:gd name="connsiteX74" fmla="*/ 10874834 w 12192000"/>
              <a:gd name="connsiteY74" fmla="*/ 574867 h 4939827"/>
              <a:gd name="connsiteX75" fmla="*/ 10944981 w 12192000"/>
              <a:gd name="connsiteY75" fmla="*/ 615042 h 4939827"/>
              <a:gd name="connsiteX76" fmla="*/ 11006376 w 12192000"/>
              <a:gd name="connsiteY76" fmla="*/ 645957 h 4939827"/>
              <a:gd name="connsiteX77" fmla="*/ 11076308 w 12192000"/>
              <a:gd name="connsiteY77" fmla="*/ 675698 h 4939827"/>
              <a:gd name="connsiteX78" fmla="*/ 11148789 w 12192000"/>
              <a:gd name="connsiteY78" fmla="*/ 685041 h 4939827"/>
              <a:gd name="connsiteX79" fmla="*/ 11249129 w 12192000"/>
              <a:gd name="connsiteY79" fmla="*/ 684218 h 4939827"/>
              <a:gd name="connsiteX80" fmla="*/ 11299915 w 12192000"/>
              <a:gd name="connsiteY80" fmla="*/ 692177 h 4939827"/>
              <a:gd name="connsiteX81" fmla="*/ 11386973 w 12192000"/>
              <a:gd name="connsiteY81" fmla="*/ 708209 h 4939827"/>
              <a:gd name="connsiteX82" fmla="*/ 11500105 w 12192000"/>
              <a:gd name="connsiteY82" fmla="*/ 735014 h 4939827"/>
              <a:gd name="connsiteX83" fmla="*/ 11621735 w 12192000"/>
              <a:gd name="connsiteY83" fmla="*/ 789584 h 4939827"/>
              <a:gd name="connsiteX84" fmla="*/ 11691200 w 12192000"/>
              <a:gd name="connsiteY84" fmla="*/ 867902 h 4939827"/>
              <a:gd name="connsiteX85" fmla="*/ 11819427 w 12192000"/>
              <a:gd name="connsiteY85" fmla="*/ 911634 h 4939827"/>
              <a:gd name="connsiteX86" fmla="*/ 11969720 w 12192000"/>
              <a:gd name="connsiteY86" fmla="*/ 964737 h 4939827"/>
              <a:gd name="connsiteX87" fmla="*/ 12055766 w 12192000"/>
              <a:gd name="connsiteY87" fmla="*/ 991268 h 4939827"/>
              <a:gd name="connsiteX88" fmla="*/ 12171539 w 12192000"/>
              <a:gd name="connsiteY88" fmla="*/ 995427 h 4939827"/>
              <a:gd name="connsiteX89" fmla="*/ 12187831 w 12192000"/>
              <a:gd name="connsiteY89" fmla="*/ 996580 h 4939827"/>
              <a:gd name="connsiteX90" fmla="*/ 12192000 w 12192000"/>
              <a:gd name="connsiteY90" fmla="*/ 996726 h 4939827"/>
              <a:gd name="connsiteX91" fmla="*/ 12192000 w 12192000"/>
              <a:gd name="connsiteY91" fmla="*/ 4939827 h 4939827"/>
              <a:gd name="connsiteX92" fmla="*/ 0 w 12192000"/>
              <a:gd name="connsiteY92" fmla="*/ 4939827 h 4939827"/>
              <a:gd name="connsiteX93" fmla="*/ 0 w 12192000"/>
              <a:gd name="connsiteY93" fmla="*/ 512043 h 4939827"/>
              <a:gd name="connsiteX94" fmla="*/ 7381 w 12192000"/>
              <a:gd name="connsiteY94" fmla="*/ 512580 h 4939827"/>
              <a:gd name="connsiteX95" fmla="*/ 100029 w 12192000"/>
              <a:gd name="connsiteY95" fmla="*/ 504758 h 4939827"/>
              <a:gd name="connsiteX96" fmla="*/ 155244 w 12192000"/>
              <a:gd name="connsiteY96" fmla="*/ 525130 h 4939827"/>
              <a:gd name="connsiteX97" fmla="*/ 254366 w 12192000"/>
              <a:gd name="connsiteY97" fmla="*/ 534449 h 4939827"/>
              <a:gd name="connsiteX98" fmla="*/ 447292 w 12192000"/>
              <a:gd name="connsiteY98" fmla="*/ 542725 h 4939827"/>
              <a:gd name="connsiteX99" fmla="*/ 628105 w 12192000"/>
              <a:gd name="connsiteY99" fmla="*/ 547853 h 4939827"/>
              <a:gd name="connsiteX100" fmla="*/ 783146 w 12192000"/>
              <a:gd name="connsiteY100" fmla="*/ 591799 h 4939827"/>
              <a:gd name="connsiteX101" fmla="*/ 1043676 w 12192000"/>
              <a:gd name="connsiteY101" fmla="*/ 591887 h 4939827"/>
              <a:gd name="connsiteX102" fmla="*/ 1281816 w 12192000"/>
              <a:gd name="connsiteY102" fmla="*/ 520946 h 4939827"/>
              <a:gd name="connsiteX103" fmla="*/ 1486347 w 12192000"/>
              <a:gd name="connsiteY103" fmla="*/ 487310 h 4939827"/>
              <a:gd name="connsiteX104" fmla="*/ 1568079 w 12192000"/>
              <a:gd name="connsiteY104" fmla="*/ 462531 h 4939827"/>
              <a:gd name="connsiteX105" fmla="*/ 1622516 w 12192000"/>
              <a:gd name="connsiteY105" fmla="*/ 466058 h 4939827"/>
              <a:gd name="connsiteX106" fmla="*/ 1655457 w 12192000"/>
              <a:gd name="connsiteY106" fmla="*/ 465359 h 4939827"/>
              <a:gd name="connsiteX107" fmla="*/ 1717454 w 12192000"/>
              <a:gd name="connsiteY107" fmla="*/ 417203 h 4939827"/>
              <a:gd name="connsiteX108" fmla="*/ 1913794 w 12192000"/>
              <a:gd name="connsiteY108" fmla="*/ 365255 h 4939827"/>
              <a:gd name="connsiteX109" fmla="*/ 2129762 w 12192000"/>
              <a:gd name="connsiteY109" fmla="*/ 367832 h 4939827"/>
              <a:gd name="connsiteX110" fmla="*/ 2376970 w 12192000"/>
              <a:gd name="connsiteY110" fmla="*/ 350129 h 4939827"/>
              <a:gd name="connsiteX111" fmla="*/ 2480155 w 12192000"/>
              <a:gd name="connsiteY111" fmla="*/ 359227 h 4939827"/>
              <a:gd name="connsiteX112" fmla="*/ 2586782 w 12192000"/>
              <a:gd name="connsiteY112" fmla="*/ 339352 h 4939827"/>
              <a:gd name="connsiteX113" fmla="*/ 2654496 w 12192000"/>
              <a:gd name="connsiteY113" fmla="*/ 315431 h 4939827"/>
              <a:gd name="connsiteX114" fmla="*/ 2788947 w 12192000"/>
              <a:gd name="connsiteY114" fmla="*/ 250375 h 4939827"/>
              <a:gd name="connsiteX115" fmla="*/ 2885389 w 12192000"/>
              <a:gd name="connsiteY115" fmla="*/ 255259 h 4939827"/>
              <a:gd name="connsiteX116" fmla="*/ 3045916 w 12192000"/>
              <a:gd name="connsiteY116" fmla="*/ 261030 h 4939827"/>
              <a:gd name="connsiteX117" fmla="*/ 3074187 w 12192000"/>
              <a:gd name="connsiteY117" fmla="*/ 243226 h 4939827"/>
              <a:gd name="connsiteX118" fmla="*/ 3103677 w 12192000"/>
              <a:gd name="connsiteY118" fmla="*/ 209527 h 4939827"/>
              <a:gd name="connsiteX119" fmla="*/ 3126759 w 12192000"/>
              <a:gd name="connsiteY119" fmla="*/ 211226 h 4939827"/>
              <a:gd name="connsiteX120" fmla="*/ 3164020 w 12192000"/>
              <a:gd name="connsiteY120" fmla="*/ 212779 h 4939827"/>
              <a:gd name="connsiteX121" fmla="*/ 3285019 w 12192000"/>
              <a:gd name="connsiteY121" fmla="*/ 220535 h 4939827"/>
              <a:gd name="connsiteX122" fmla="*/ 3365154 w 12192000"/>
              <a:gd name="connsiteY122" fmla="*/ 226416 h 4939827"/>
              <a:gd name="connsiteX123" fmla="*/ 3367507 w 12192000"/>
              <a:gd name="connsiteY123" fmla="*/ 225416 h 4939827"/>
              <a:gd name="connsiteX124" fmla="*/ 3387567 w 12192000"/>
              <a:gd name="connsiteY124" fmla="*/ 227103 h 4939827"/>
              <a:gd name="connsiteX125" fmla="*/ 3424753 w 12192000"/>
              <a:gd name="connsiteY125" fmla="*/ 244380 h 4939827"/>
              <a:gd name="connsiteX126" fmla="*/ 3498001 w 12192000"/>
              <a:gd name="connsiteY126" fmla="*/ 231941 h 4939827"/>
              <a:gd name="connsiteX127" fmla="*/ 3561557 w 12192000"/>
              <a:gd name="connsiteY127" fmla="*/ 228095 h 4939827"/>
              <a:gd name="connsiteX128" fmla="*/ 3611920 w 12192000"/>
              <a:gd name="connsiteY128" fmla="*/ 218094 h 4939827"/>
              <a:gd name="connsiteX129" fmla="*/ 3620528 w 12192000"/>
              <a:gd name="connsiteY129" fmla="*/ 218788 h 4939827"/>
              <a:gd name="connsiteX130" fmla="*/ 3620766 w 12192000"/>
              <a:gd name="connsiteY130" fmla="*/ 218511 h 4939827"/>
              <a:gd name="connsiteX131" fmla="*/ 3629977 w 12192000"/>
              <a:gd name="connsiteY131" fmla="*/ 218664 h 4939827"/>
              <a:gd name="connsiteX132" fmla="*/ 3636217 w 12192000"/>
              <a:gd name="connsiteY132" fmla="*/ 220048 h 4939827"/>
              <a:gd name="connsiteX133" fmla="*/ 3709484 w 12192000"/>
              <a:gd name="connsiteY133" fmla="*/ 186927 h 4939827"/>
              <a:gd name="connsiteX134" fmla="*/ 3761342 w 12192000"/>
              <a:gd name="connsiteY134" fmla="*/ 177474 h 4939827"/>
              <a:gd name="connsiteX135" fmla="*/ 3799748 w 12192000"/>
              <a:gd name="connsiteY135" fmla="*/ 167154 h 4939827"/>
              <a:gd name="connsiteX136" fmla="*/ 3812225 w 12192000"/>
              <a:gd name="connsiteY136" fmla="*/ 189020 h 4939827"/>
              <a:gd name="connsiteX137" fmla="*/ 3864537 w 12192000"/>
              <a:gd name="connsiteY137" fmla="*/ 200742 h 4939827"/>
              <a:gd name="connsiteX138" fmla="*/ 4028476 w 12192000"/>
              <a:gd name="connsiteY138" fmla="*/ 223679 h 4939827"/>
              <a:gd name="connsiteX139" fmla="*/ 4191582 w 12192000"/>
              <a:gd name="connsiteY139" fmla="*/ 238952 h 4939827"/>
              <a:gd name="connsiteX140" fmla="*/ 4251024 w 12192000"/>
              <a:gd name="connsiteY140" fmla="*/ 240874 h 4939827"/>
              <a:gd name="connsiteX141" fmla="*/ 4355275 w 12192000"/>
              <a:gd name="connsiteY141" fmla="*/ 260205 h 4939827"/>
              <a:gd name="connsiteX142" fmla="*/ 4423807 w 12192000"/>
              <a:gd name="connsiteY142" fmla="*/ 270366 h 4939827"/>
              <a:gd name="connsiteX143" fmla="*/ 4558432 w 12192000"/>
              <a:gd name="connsiteY143" fmla="*/ 269194 h 4939827"/>
              <a:gd name="connsiteX144" fmla="*/ 4635061 w 12192000"/>
              <a:gd name="connsiteY144" fmla="*/ 280682 h 4939827"/>
              <a:gd name="connsiteX145" fmla="*/ 4807427 w 12192000"/>
              <a:gd name="connsiteY145" fmla="*/ 276835 h 4939827"/>
              <a:gd name="connsiteX146" fmla="*/ 5028933 w 12192000"/>
              <a:gd name="connsiteY146" fmla="*/ 183887 h 4939827"/>
              <a:gd name="connsiteX147" fmla="*/ 5093642 w 12192000"/>
              <a:gd name="connsiteY147" fmla="*/ 177214 h 4939827"/>
              <a:gd name="connsiteX148" fmla="*/ 5102642 w 12192000"/>
              <a:gd name="connsiteY148" fmla="*/ 186816 h 4939827"/>
              <a:gd name="connsiteX149" fmla="*/ 5193590 w 12192000"/>
              <a:gd name="connsiteY149" fmla="*/ 136361 h 4939827"/>
              <a:gd name="connsiteX150" fmla="*/ 5323922 w 12192000"/>
              <a:gd name="connsiteY150" fmla="*/ 146332 h 4939827"/>
              <a:gd name="connsiteX151" fmla="*/ 5421860 w 12192000"/>
              <a:gd name="connsiteY151" fmla="*/ 167298 h 4939827"/>
              <a:gd name="connsiteX152" fmla="*/ 5476948 w 12192000"/>
              <a:gd name="connsiteY152" fmla="*/ 173249 h 4939827"/>
              <a:gd name="connsiteX153" fmla="*/ 5516842 w 12192000"/>
              <a:gd name="connsiteY153" fmla="*/ 184018 h 4939827"/>
              <a:gd name="connsiteX154" fmla="*/ 5619415 w 12192000"/>
              <a:gd name="connsiteY154" fmla="*/ 176781 h 4939827"/>
              <a:gd name="connsiteX155" fmla="*/ 5789867 w 12192000"/>
              <a:gd name="connsiteY155" fmla="*/ 150304 h 4939827"/>
              <a:gd name="connsiteX156" fmla="*/ 5825953 w 12192000"/>
              <a:gd name="connsiteY156" fmla="*/ 147907 h 4939827"/>
              <a:gd name="connsiteX157" fmla="*/ 5856168 w 12192000"/>
              <a:gd name="connsiteY157" fmla="*/ 158719 h 4939827"/>
              <a:gd name="connsiteX158" fmla="*/ 5862476 w 12192000"/>
              <a:gd name="connsiteY158" fmla="*/ 172447 h 4939827"/>
              <a:gd name="connsiteX159" fmla="*/ 5882195 w 12192000"/>
              <a:gd name="connsiteY159" fmla="*/ 173195 h 4939827"/>
              <a:gd name="connsiteX160" fmla="*/ 5887271 w 12192000"/>
              <a:gd name="connsiteY160" fmla="*/ 176084 h 4939827"/>
              <a:gd name="connsiteX161" fmla="*/ 5916552 w 12192000"/>
              <a:gd name="connsiteY161" fmla="*/ 189955 h 4939827"/>
              <a:gd name="connsiteX162" fmla="*/ 5983240 w 12192000"/>
              <a:gd name="connsiteY162" fmla="*/ 152755 h 4939827"/>
              <a:gd name="connsiteX163" fmla="*/ 6061852 w 12192000"/>
              <a:gd name="connsiteY163" fmla="*/ 161953 h 4939827"/>
              <a:gd name="connsiteX164" fmla="*/ 6531386 w 12192000"/>
              <a:gd name="connsiteY164" fmla="*/ 156103 h 4939827"/>
              <a:gd name="connsiteX165" fmla="*/ 6721509 w 12192000"/>
              <a:gd name="connsiteY165" fmla="*/ 54829 h 4939827"/>
              <a:gd name="connsiteX166" fmla="*/ 6947884 w 12192000"/>
              <a:gd name="connsiteY166" fmla="*/ 47587 h 4939827"/>
              <a:gd name="connsiteX167" fmla="*/ 6965101 w 12192000"/>
              <a:gd name="connsiteY167" fmla="*/ 25718 h 4939827"/>
              <a:gd name="connsiteX168" fmla="*/ 6986370 w 12192000"/>
              <a:gd name="connsiteY168" fmla="*/ 12659 h 4939827"/>
              <a:gd name="connsiteX169" fmla="*/ 6989536 w 12192000"/>
              <a:gd name="connsiteY169" fmla="*/ 14528 h 4939827"/>
              <a:gd name="connsiteX170" fmla="*/ 7015933 w 12192000"/>
              <a:gd name="connsiteY170" fmla="*/ 9653 h 4939827"/>
              <a:gd name="connsiteX171" fmla="*/ 7020592 w 12192000"/>
              <a:gd name="connsiteY171" fmla="*/ 1651 h 4939827"/>
              <a:gd name="connsiteX172" fmla="*/ 7025905 w 12192000"/>
              <a:gd name="connsiteY172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43464 w 12192000"/>
              <a:gd name="connsiteY12" fmla="*/ 68367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37675 w 12192000"/>
              <a:gd name="connsiteY17" fmla="*/ 204438 h 4939827"/>
              <a:gd name="connsiteX18" fmla="*/ 7952584 w 12192000"/>
              <a:gd name="connsiteY18" fmla="*/ 170181 h 4939827"/>
              <a:gd name="connsiteX19" fmla="*/ 8009534 w 12192000"/>
              <a:gd name="connsiteY19" fmla="*/ 176441 h 4939827"/>
              <a:gd name="connsiteX20" fmla="*/ 8058681 w 12192000"/>
              <a:gd name="connsiteY20" fmla="*/ 219431 h 4939827"/>
              <a:gd name="connsiteX21" fmla="*/ 8126175 w 12192000"/>
              <a:gd name="connsiteY21" fmla="*/ 240005 h 4939827"/>
              <a:gd name="connsiteX22" fmla="*/ 8166439 w 12192000"/>
              <a:gd name="connsiteY22" fmla="*/ 252699 h 4939827"/>
              <a:gd name="connsiteX23" fmla="*/ 8281371 w 12192000"/>
              <a:gd name="connsiteY23" fmla="*/ 256875 h 4939827"/>
              <a:gd name="connsiteX24" fmla="*/ 8381609 w 12192000"/>
              <a:gd name="connsiteY24" fmla="*/ 240618 h 4939827"/>
              <a:gd name="connsiteX25" fmla="*/ 8406759 w 12192000"/>
              <a:gd name="connsiteY25" fmla="*/ 232517 h 4939827"/>
              <a:gd name="connsiteX26" fmla="*/ 8426506 w 12192000"/>
              <a:gd name="connsiteY26" fmla="*/ 241842 h 4939827"/>
              <a:gd name="connsiteX27" fmla="*/ 8427949 w 12192000"/>
              <a:gd name="connsiteY27" fmla="*/ 240981 h 4939827"/>
              <a:gd name="connsiteX28" fmla="*/ 8441468 w 12192000"/>
              <a:gd name="connsiteY28" fmla="*/ 241157 h 4939827"/>
              <a:gd name="connsiteX29" fmla="*/ 8565757 w 12192000"/>
              <a:gd name="connsiteY29" fmla="*/ 255317 h 4939827"/>
              <a:gd name="connsiteX30" fmla="*/ 8573171 w 12192000"/>
              <a:gd name="connsiteY30" fmla="*/ 258426 h 4939827"/>
              <a:gd name="connsiteX31" fmla="*/ 8573548 w 12192000"/>
              <a:gd name="connsiteY31" fmla="*/ 258241 h 4939827"/>
              <a:gd name="connsiteX32" fmla="*/ 8581827 w 12192000"/>
              <a:gd name="connsiteY32" fmla="*/ 261028 h 4939827"/>
              <a:gd name="connsiteX33" fmla="*/ 8586687 w 12192000"/>
              <a:gd name="connsiteY33" fmla="*/ 264089 h 4939827"/>
              <a:gd name="connsiteX34" fmla="*/ 8601067 w 12192000"/>
              <a:gd name="connsiteY34" fmla="*/ 270114 h 4939827"/>
              <a:gd name="connsiteX35" fmla="*/ 8672650 w 12192000"/>
              <a:gd name="connsiteY35" fmla="*/ 254821 h 4939827"/>
              <a:gd name="connsiteX36" fmla="*/ 8785543 w 12192000"/>
              <a:gd name="connsiteY36" fmla="*/ 263406 h 4939827"/>
              <a:gd name="connsiteX37" fmla="*/ 8830588 w 12192000"/>
              <a:gd name="connsiteY37" fmla="*/ 265483 h 4939827"/>
              <a:gd name="connsiteX38" fmla="*/ 8905142 w 12192000"/>
              <a:gd name="connsiteY38" fmla="*/ 264958 h 4939827"/>
              <a:gd name="connsiteX39" fmla="*/ 8968582 w 12192000"/>
              <a:gd name="connsiteY39" fmla="*/ 262728 h 4939827"/>
              <a:gd name="connsiteX40" fmla="*/ 8972994 w 12192000"/>
              <a:gd name="connsiteY40" fmla="*/ 263284 h 4939827"/>
              <a:gd name="connsiteX41" fmla="*/ 9004605 w 12192000"/>
              <a:gd name="connsiteY41" fmla="*/ 258041 h 4939827"/>
              <a:gd name="connsiteX42" fmla="*/ 9016165 w 12192000"/>
              <a:gd name="connsiteY42" fmla="*/ 261258 h 4939827"/>
              <a:gd name="connsiteX43" fmla="*/ 9043297 w 12192000"/>
              <a:gd name="connsiteY43" fmla="*/ 281547 h 4939827"/>
              <a:gd name="connsiteX44" fmla="*/ 9048315 w 12192000"/>
              <a:gd name="connsiteY44" fmla="*/ 279264 h 4939827"/>
              <a:gd name="connsiteX45" fmla="*/ 9054706 w 12192000"/>
              <a:gd name="connsiteY45" fmla="*/ 278538 h 4939827"/>
              <a:gd name="connsiteX46" fmla="*/ 9070919 w 12192000"/>
              <a:gd name="connsiteY46" fmla="*/ 281810 h 4939827"/>
              <a:gd name="connsiteX47" fmla="*/ 9076813 w 12192000"/>
              <a:gd name="connsiteY47" fmla="*/ 283909 h 4939827"/>
              <a:gd name="connsiteX48" fmla="*/ 9085871 w 12192000"/>
              <a:gd name="connsiteY48" fmla="*/ 285133 h 4939827"/>
              <a:gd name="connsiteX49" fmla="*/ 9086159 w 12192000"/>
              <a:gd name="connsiteY49" fmla="*/ 284887 h 4939827"/>
              <a:gd name="connsiteX50" fmla="*/ 9134606 w 12192000"/>
              <a:gd name="connsiteY50" fmla="*/ 288168 h 4939827"/>
              <a:gd name="connsiteX51" fmla="*/ 9195590 w 12192000"/>
              <a:gd name="connsiteY51" fmla="*/ 279568 h 4939827"/>
              <a:gd name="connsiteX52" fmla="*/ 9219336 w 12192000"/>
              <a:gd name="connsiteY52" fmla="*/ 278133 h 4939827"/>
              <a:gd name="connsiteX53" fmla="*/ 9232362 w 12192000"/>
              <a:gd name="connsiteY53" fmla="*/ 275894 h 4939827"/>
              <a:gd name="connsiteX54" fmla="*/ 9233396 w 12192000"/>
              <a:gd name="connsiteY54" fmla="*/ 274803 h 4939827"/>
              <a:gd name="connsiteX55" fmla="*/ 9256213 w 12192000"/>
              <a:gd name="connsiteY55" fmla="*/ 281576 h 4939827"/>
              <a:gd name="connsiteX56" fmla="*/ 9262377 w 12192000"/>
              <a:gd name="connsiteY56" fmla="*/ 286635 h 4939827"/>
              <a:gd name="connsiteX57" fmla="*/ 9287089 w 12192000"/>
              <a:gd name="connsiteY57" fmla="*/ 303891 h 4939827"/>
              <a:gd name="connsiteX58" fmla="*/ 9371484 w 12192000"/>
              <a:gd name="connsiteY58" fmla="*/ 329634 h 4939827"/>
              <a:gd name="connsiteX59" fmla="*/ 9404829 w 12192000"/>
              <a:gd name="connsiteY59" fmla="*/ 339038 h 4939827"/>
              <a:gd name="connsiteX60" fmla="*/ 9427021 w 12192000"/>
              <a:gd name="connsiteY60" fmla="*/ 358784 h 4939827"/>
              <a:gd name="connsiteX61" fmla="*/ 9670844 w 12192000"/>
              <a:gd name="connsiteY61" fmla="*/ 405128 h 4939827"/>
              <a:gd name="connsiteX62" fmla="*/ 9816083 w 12192000"/>
              <a:gd name="connsiteY62" fmla="*/ 416573 h 4939827"/>
              <a:gd name="connsiteX63" fmla="*/ 9936741 w 12192000"/>
              <a:gd name="connsiteY63" fmla="*/ 437044 h 4939827"/>
              <a:gd name="connsiteX64" fmla="*/ 10050093 w 12192000"/>
              <a:gd name="connsiteY64" fmla="*/ 443783 h 4939827"/>
              <a:gd name="connsiteX65" fmla="*/ 10130090 w 12192000"/>
              <a:gd name="connsiteY65" fmla="*/ 459520 h 4939827"/>
              <a:gd name="connsiteX66" fmla="*/ 10173456 w 12192000"/>
              <a:gd name="connsiteY66" fmla="*/ 457749 h 4939827"/>
              <a:gd name="connsiteX67" fmla="*/ 10218232 w 12192000"/>
              <a:gd name="connsiteY67" fmla="*/ 459820 h 4939827"/>
              <a:gd name="connsiteX68" fmla="*/ 10354176 w 12192000"/>
              <a:gd name="connsiteY68" fmla="*/ 471377 h 4939827"/>
              <a:gd name="connsiteX69" fmla="*/ 10430681 w 12192000"/>
              <a:gd name="connsiteY69" fmla="*/ 481226 h 4939827"/>
              <a:gd name="connsiteX70" fmla="*/ 10478169 w 12192000"/>
              <a:gd name="connsiteY70" fmla="*/ 481774 h 4939827"/>
              <a:gd name="connsiteX71" fmla="*/ 10540907 w 12192000"/>
              <a:gd name="connsiteY71" fmla="*/ 485607 h 4939827"/>
              <a:gd name="connsiteX72" fmla="*/ 10614941 w 12192000"/>
              <a:gd name="connsiteY72" fmla="*/ 487592 h 4939827"/>
              <a:gd name="connsiteX73" fmla="*/ 10674098 w 12192000"/>
              <a:gd name="connsiteY73" fmla="*/ 521656 h 4939827"/>
              <a:gd name="connsiteX74" fmla="*/ 10874834 w 12192000"/>
              <a:gd name="connsiteY74" fmla="*/ 574867 h 4939827"/>
              <a:gd name="connsiteX75" fmla="*/ 10944981 w 12192000"/>
              <a:gd name="connsiteY75" fmla="*/ 615042 h 4939827"/>
              <a:gd name="connsiteX76" fmla="*/ 11006376 w 12192000"/>
              <a:gd name="connsiteY76" fmla="*/ 645957 h 4939827"/>
              <a:gd name="connsiteX77" fmla="*/ 11076308 w 12192000"/>
              <a:gd name="connsiteY77" fmla="*/ 675698 h 4939827"/>
              <a:gd name="connsiteX78" fmla="*/ 11148789 w 12192000"/>
              <a:gd name="connsiteY78" fmla="*/ 685041 h 4939827"/>
              <a:gd name="connsiteX79" fmla="*/ 11249129 w 12192000"/>
              <a:gd name="connsiteY79" fmla="*/ 684218 h 4939827"/>
              <a:gd name="connsiteX80" fmla="*/ 11299915 w 12192000"/>
              <a:gd name="connsiteY80" fmla="*/ 692177 h 4939827"/>
              <a:gd name="connsiteX81" fmla="*/ 11386973 w 12192000"/>
              <a:gd name="connsiteY81" fmla="*/ 708209 h 4939827"/>
              <a:gd name="connsiteX82" fmla="*/ 11500105 w 12192000"/>
              <a:gd name="connsiteY82" fmla="*/ 735014 h 4939827"/>
              <a:gd name="connsiteX83" fmla="*/ 11621735 w 12192000"/>
              <a:gd name="connsiteY83" fmla="*/ 789584 h 4939827"/>
              <a:gd name="connsiteX84" fmla="*/ 11691200 w 12192000"/>
              <a:gd name="connsiteY84" fmla="*/ 867902 h 4939827"/>
              <a:gd name="connsiteX85" fmla="*/ 11819427 w 12192000"/>
              <a:gd name="connsiteY85" fmla="*/ 911634 h 4939827"/>
              <a:gd name="connsiteX86" fmla="*/ 11969720 w 12192000"/>
              <a:gd name="connsiteY86" fmla="*/ 964737 h 4939827"/>
              <a:gd name="connsiteX87" fmla="*/ 12055766 w 12192000"/>
              <a:gd name="connsiteY87" fmla="*/ 991268 h 4939827"/>
              <a:gd name="connsiteX88" fmla="*/ 12171539 w 12192000"/>
              <a:gd name="connsiteY88" fmla="*/ 995427 h 4939827"/>
              <a:gd name="connsiteX89" fmla="*/ 12187831 w 12192000"/>
              <a:gd name="connsiteY89" fmla="*/ 996580 h 4939827"/>
              <a:gd name="connsiteX90" fmla="*/ 12192000 w 12192000"/>
              <a:gd name="connsiteY90" fmla="*/ 996726 h 4939827"/>
              <a:gd name="connsiteX91" fmla="*/ 12192000 w 12192000"/>
              <a:gd name="connsiteY91" fmla="*/ 4939827 h 4939827"/>
              <a:gd name="connsiteX92" fmla="*/ 0 w 12192000"/>
              <a:gd name="connsiteY92" fmla="*/ 4939827 h 4939827"/>
              <a:gd name="connsiteX93" fmla="*/ 0 w 12192000"/>
              <a:gd name="connsiteY93" fmla="*/ 512043 h 4939827"/>
              <a:gd name="connsiteX94" fmla="*/ 7381 w 12192000"/>
              <a:gd name="connsiteY94" fmla="*/ 512580 h 4939827"/>
              <a:gd name="connsiteX95" fmla="*/ 100029 w 12192000"/>
              <a:gd name="connsiteY95" fmla="*/ 504758 h 4939827"/>
              <a:gd name="connsiteX96" fmla="*/ 155244 w 12192000"/>
              <a:gd name="connsiteY96" fmla="*/ 525130 h 4939827"/>
              <a:gd name="connsiteX97" fmla="*/ 254366 w 12192000"/>
              <a:gd name="connsiteY97" fmla="*/ 534449 h 4939827"/>
              <a:gd name="connsiteX98" fmla="*/ 447292 w 12192000"/>
              <a:gd name="connsiteY98" fmla="*/ 542725 h 4939827"/>
              <a:gd name="connsiteX99" fmla="*/ 628105 w 12192000"/>
              <a:gd name="connsiteY99" fmla="*/ 547853 h 4939827"/>
              <a:gd name="connsiteX100" fmla="*/ 783146 w 12192000"/>
              <a:gd name="connsiteY100" fmla="*/ 591799 h 4939827"/>
              <a:gd name="connsiteX101" fmla="*/ 1043676 w 12192000"/>
              <a:gd name="connsiteY101" fmla="*/ 591887 h 4939827"/>
              <a:gd name="connsiteX102" fmla="*/ 1281816 w 12192000"/>
              <a:gd name="connsiteY102" fmla="*/ 520946 h 4939827"/>
              <a:gd name="connsiteX103" fmla="*/ 1486347 w 12192000"/>
              <a:gd name="connsiteY103" fmla="*/ 487310 h 4939827"/>
              <a:gd name="connsiteX104" fmla="*/ 1568079 w 12192000"/>
              <a:gd name="connsiteY104" fmla="*/ 462531 h 4939827"/>
              <a:gd name="connsiteX105" fmla="*/ 1622516 w 12192000"/>
              <a:gd name="connsiteY105" fmla="*/ 466058 h 4939827"/>
              <a:gd name="connsiteX106" fmla="*/ 1655457 w 12192000"/>
              <a:gd name="connsiteY106" fmla="*/ 465359 h 4939827"/>
              <a:gd name="connsiteX107" fmla="*/ 1717454 w 12192000"/>
              <a:gd name="connsiteY107" fmla="*/ 417203 h 4939827"/>
              <a:gd name="connsiteX108" fmla="*/ 1913794 w 12192000"/>
              <a:gd name="connsiteY108" fmla="*/ 365255 h 4939827"/>
              <a:gd name="connsiteX109" fmla="*/ 2129762 w 12192000"/>
              <a:gd name="connsiteY109" fmla="*/ 367832 h 4939827"/>
              <a:gd name="connsiteX110" fmla="*/ 2376970 w 12192000"/>
              <a:gd name="connsiteY110" fmla="*/ 350129 h 4939827"/>
              <a:gd name="connsiteX111" fmla="*/ 2480155 w 12192000"/>
              <a:gd name="connsiteY111" fmla="*/ 359227 h 4939827"/>
              <a:gd name="connsiteX112" fmla="*/ 2586782 w 12192000"/>
              <a:gd name="connsiteY112" fmla="*/ 339352 h 4939827"/>
              <a:gd name="connsiteX113" fmla="*/ 2654496 w 12192000"/>
              <a:gd name="connsiteY113" fmla="*/ 315431 h 4939827"/>
              <a:gd name="connsiteX114" fmla="*/ 2788947 w 12192000"/>
              <a:gd name="connsiteY114" fmla="*/ 250375 h 4939827"/>
              <a:gd name="connsiteX115" fmla="*/ 2885389 w 12192000"/>
              <a:gd name="connsiteY115" fmla="*/ 255259 h 4939827"/>
              <a:gd name="connsiteX116" fmla="*/ 3045916 w 12192000"/>
              <a:gd name="connsiteY116" fmla="*/ 261030 h 4939827"/>
              <a:gd name="connsiteX117" fmla="*/ 3074187 w 12192000"/>
              <a:gd name="connsiteY117" fmla="*/ 243226 h 4939827"/>
              <a:gd name="connsiteX118" fmla="*/ 3103677 w 12192000"/>
              <a:gd name="connsiteY118" fmla="*/ 209527 h 4939827"/>
              <a:gd name="connsiteX119" fmla="*/ 3126759 w 12192000"/>
              <a:gd name="connsiteY119" fmla="*/ 211226 h 4939827"/>
              <a:gd name="connsiteX120" fmla="*/ 3164020 w 12192000"/>
              <a:gd name="connsiteY120" fmla="*/ 212779 h 4939827"/>
              <a:gd name="connsiteX121" fmla="*/ 3285019 w 12192000"/>
              <a:gd name="connsiteY121" fmla="*/ 220535 h 4939827"/>
              <a:gd name="connsiteX122" fmla="*/ 3365154 w 12192000"/>
              <a:gd name="connsiteY122" fmla="*/ 226416 h 4939827"/>
              <a:gd name="connsiteX123" fmla="*/ 3367507 w 12192000"/>
              <a:gd name="connsiteY123" fmla="*/ 225416 h 4939827"/>
              <a:gd name="connsiteX124" fmla="*/ 3387567 w 12192000"/>
              <a:gd name="connsiteY124" fmla="*/ 227103 h 4939827"/>
              <a:gd name="connsiteX125" fmla="*/ 3424753 w 12192000"/>
              <a:gd name="connsiteY125" fmla="*/ 244380 h 4939827"/>
              <a:gd name="connsiteX126" fmla="*/ 3498001 w 12192000"/>
              <a:gd name="connsiteY126" fmla="*/ 231941 h 4939827"/>
              <a:gd name="connsiteX127" fmla="*/ 3561557 w 12192000"/>
              <a:gd name="connsiteY127" fmla="*/ 228095 h 4939827"/>
              <a:gd name="connsiteX128" fmla="*/ 3611920 w 12192000"/>
              <a:gd name="connsiteY128" fmla="*/ 218094 h 4939827"/>
              <a:gd name="connsiteX129" fmla="*/ 3620528 w 12192000"/>
              <a:gd name="connsiteY129" fmla="*/ 218788 h 4939827"/>
              <a:gd name="connsiteX130" fmla="*/ 3620766 w 12192000"/>
              <a:gd name="connsiteY130" fmla="*/ 218511 h 4939827"/>
              <a:gd name="connsiteX131" fmla="*/ 3629977 w 12192000"/>
              <a:gd name="connsiteY131" fmla="*/ 218664 h 4939827"/>
              <a:gd name="connsiteX132" fmla="*/ 3636217 w 12192000"/>
              <a:gd name="connsiteY132" fmla="*/ 220048 h 4939827"/>
              <a:gd name="connsiteX133" fmla="*/ 3709484 w 12192000"/>
              <a:gd name="connsiteY133" fmla="*/ 186927 h 4939827"/>
              <a:gd name="connsiteX134" fmla="*/ 3761342 w 12192000"/>
              <a:gd name="connsiteY134" fmla="*/ 177474 h 4939827"/>
              <a:gd name="connsiteX135" fmla="*/ 3799748 w 12192000"/>
              <a:gd name="connsiteY135" fmla="*/ 167154 h 4939827"/>
              <a:gd name="connsiteX136" fmla="*/ 3812225 w 12192000"/>
              <a:gd name="connsiteY136" fmla="*/ 189020 h 4939827"/>
              <a:gd name="connsiteX137" fmla="*/ 3864537 w 12192000"/>
              <a:gd name="connsiteY137" fmla="*/ 200742 h 4939827"/>
              <a:gd name="connsiteX138" fmla="*/ 4028476 w 12192000"/>
              <a:gd name="connsiteY138" fmla="*/ 223679 h 4939827"/>
              <a:gd name="connsiteX139" fmla="*/ 4191582 w 12192000"/>
              <a:gd name="connsiteY139" fmla="*/ 238952 h 4939827"/>
              <a:gd name="connsiteX140" fmla="*/ 4251024 w 12192000"/>
              <a:gd name="connsiteY140" fmla="*/ 240874 h 4939827"/>
              <a:gd name="connsiteX141" fmla="*/ 4355275 w 12192000"/>
              <a:gd name="connsiteY141" fmla="*/ 260205 h 4939827"/>
              <a:gd name="connsiteX142" fmla="*/ 4423807 w 12192000"/>
              <a:gd name="connsiteY142" fmla="*/ 270366 h 4939827"/>
              <a:gd name="connsiteX143" fmla="*/ 4558432 w 12192000"/>
              <a:gd name="connsiteY143" fmla="*/ 269194 h 4939827"/>
              <a:gd name="connsiteX144" fmla="*/ 4635061 w 12192000"/>
              <a:gd name="connsiteY144" fmla="*/ 280682 h 4939827"/>
              <a:gd name="connsiteX145" fmla="*/ 4807427 w 12192000"/>
              <a:gd name="connsiteY145" fmla="*/ 276835 h 4939827"/>
              <a:gd name="connsiteX146" fmla="*/ 5028933 w 12192000"/>
              <a:gd name="connsiteY146" fmla="*/ 183887 h 4939827"/>
              <a:gd name="connsiteX147" fmla="*/ 5093642 w 12192000"/>
              <a:gd name="connsiteY147" fmla="*/ 177214 h 4939827"/>
              <a:gd name="connsiteX148" fmla="*/ 5102642 w 12192000"/>
              <a:gd name="connsiteY148" fmla="*/ 186816 h 4939827"/>
              <a:gd name="connsiteX149" fmla="*/ 5193590 w 12192000"/>
              <a:gd name="connsiteY149" fmla="*/ 136361 h 4939827"/>
              <a:gd name="connsiteX150" fmla="*/ 5323922 w 12192000"/>
              <a:gd name="connsiteY150" fmla="*/ 146332 h 4939827"/>
              <a:gd name="connsiteX151" fmla="*/ 5421860 w 12192000"/>
              <a:gd name="connsiteY151" fmla="*/ 167298 h 4939827"/>
              <a:gd name="connsiteX152" fmla="*/ 5476948 w 12192000"/>
              <a:gd name="connsiteY152" fmla="*/ 173249 h 4939827"/>
              <a:gd name="connsiteX153" fmla="*/ 5516842 w 12192000"/>
              <a:gd name="connsiteY153" fmla="*/ 184018 h 4939827"/>
              <a:gd name="connsiteX154" fmla="*/ 5619415 w 12192000"/>
              <a:gd name="connsiteY154" fmla="*/ 176781 h 4939827"/>
              <a:gd name="connsiteX155" fmla="*/ 5789867 w 12192000"/>
              <a:gd name="connsiteY155" fmla="*/ 150304 h 4939827"/>
              <a:gd name="connsiteX156" fmla="*/ 5825953 w 12192000"/>
              <a:gd name="connsiteY156" fmla="*/ 147907 h 4939827"/>
              <a:gd name="connsiteX157" fmla="*/ 5856168 w 12192000"/>
              <a:gd name="connsiteY157" fmla="*/ 158719 h 4939827"/>
              <a:gd name="connsiteX158" fmla="*/ 5862476 w 12192000"/>
              <a:gd name="connsiteY158" fmla="*/ 172447 h 4939827"/>
              <a:gd name="connsiteX159" fmla="*/ 5882195 w 12192000"/>
              <a:gd name="connsiteY159" fmla="*/ 173195 h 4939827"/>
              <a:gd name="connsiteX160" fmla="*/ 5887271 w 12192000"/>
              <a:gd name="connsiteY160" fmla="*/ 176084 h 4939827"/>
              <a:gd name="connsiteX161" fmla="*/ 5916552 w 12192000"/>
              <a:gd name="connsiteY161" fmla="*/ 189955 h 4939827"/>
              <a:gd name="connsiteX162" fmla="*/ 5983240 w 12192000"/>
              <a:gd name="connsiteY162" fmla="*/ 152755 h 4939827"/>
              <a:gd name="connsiteX163" fmla="*/ 6061852 w 12192000"/>
              <a:gd name="connsiteY163" fmla="*/ 161953 h 4939827"/>
              <a:gd name="connsiteX164" fmla="*/ 6531386 w 12192000"/>
              <a:gd name="connsiteY164" fmla="*/ 156103 h 4939827"/>
              <a:gd name="connsiteX165" fmla="*/ 6947884 w 12192000"/>
              <a:gd name="connsiteY165" fmla="*/ 47587 h 4939827"/>
              <a:gd name="connsiteX166" fmla="*/ 6965101 w 12192000"/>
              <a:gd name="connsiteY166" fmla="*/ 25718 h 4939827"/>
              <a:gd name="connsiteX167" fmla="*/ 6986370 w 12192000"/>
              <a:gd name="connsiteY167" fmla="*/ 12659 h 4939827"/>
              <a:gd name="connsiteX168" fmla="*/ 6989536 w 12192000"/>
              <a:gd name="connsiteY168" fmla="*/ 14528 h 4939827"/>
              <a:gd name="connsiteX169" fmla="*/ 7015933 w 12192000"/>
              <a:gd name="connsiteY169" fmla="*/ 9653 h 4939827"/>
              <a:gd name="connsiteX170" fmla="*/ 7020592 w 12192000"/>
              <a:gd name="connsiteY170" fmla="*/ 1651 h 4939827"/>
              <a:gd name="connsiteX171" fmla="*/ 7025905 w 12192000"/>
              <a:gd name="connsiteY171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43464 w 12192000"/>
              <a:gd name="connsiteY12" fmla="*/ 68367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37675 w 12192000"/>
              <a:gd name="connsiteY17" fmla="*/ 204438 h 4939827"/>
              <a:gd name="connsiteX18" fmla="*/ 7952584 w 12192000"/>
              <a:gd name="connsiteY18" fmla="*/ 170181 h 4939827"/>
              <a:gd name="connsiteX19" fmla="*/ 8009534 w 12192000"/>
              <a:gd name="connsiteY19" fmla="*/ 176441 h 4939827"/>
              <a:gd name="connsiteX20" fmla="*/ 8058681 w 12192000"/>
              <a:gd name="connsiteY20" fmla="*/ 219431 h 4939827"/>
              <a:gd name="connsiteX21" fmla="*/ 8126175 w 12192000"/>
              <a:gd name="connsiteY21" fmla="*/ 240005 h 4939827"/>
              <a:gd name="connsiteX22" fmla="*/ 8166439 w 12192000"/>
              <a:gd name="connsiteY22" fmla="*/ 252699 h 4939827"/>
              <a:gd name="connsiteX23" fmla="*/ 8281371 w 12192000"/>
              <a:gd name="connsiteY23" fmla="*/ 256875 h 4939827"/>
              <a:gd name="connsiteX24" fmla="*/ 8381609 w 12192000"/>
              <a:gd name="connsiteY24" fmla="*/ 240618 h 4939827"/>
              <a:gd name="connsiteX25" fmla="*/ 8406759 w 12192000"/>
              <a:gd name="connsiteY25" fmla="*/ 232517 h 4939827"/>
              <a:gd name="connsiteX26" fmla="*/ 8426506 w 12192000"/>
              <a:gd name="connsiteY26" fmla="*/ 241842 h 4939827"/>
              <a:gd name="connsiteX27" fmla="*/ 8427949 w 12192000"/>
              <a:gd name="connsiteY27" fmla="*/ 240981 h 4939827"/>
              <a:gd name="connsiteX28" fmla="*/ 8441468 w 12192000"/>
              <a:gd name="connsiteY28" fmla="*/ 241157 h 4939827"/>
              <a:gd name="connsiteX29" fmla="*/ 8565757 w 12192000"/>
              <a:gd name="connsiteY29" fmla="*/ 255317 h 4939827"/>
              <a:gd name="connsiteX30" fmla="*/ 8573171 w 12192000"/>
              <a:gd name="connsiteY30" fmla="*/ 258426 h 4939827"/>
              <a:gd name="connsiteX31" fmla="*/ 8573548 w 12192000"/>
              <a:gd name="connsiteY31" fmla="*/ 258241 h 4939827"/>
              <a:gd name="connsiteX32" fmla="*/ 8581827 w 12192000"/>
              <a:gd name="connsiteY32" fmla="*/ 261028 h 4939827"/>
              <a:gd name="connsiteX33" fmla="*/ 8586687 w 12192000"/>
              <a:gd name="connsiteY33" fmla="*/ 264089 h 4939827"/>
              <a:gd name="connsiteX34" fmla="*/ 8601067 w 12192000"/>
              <a:gd name="connsiteY34" fmla="*/ 270114 h 4939827"/>
              <a:gd name="connsiteX35" fmla="*/ 8672650 w 12192000"/>
              <a:gd name="connsiteY35" fmla="*/ 254821 h 4939827"/>
              <a:gd name="connsiteX36" fmla="*/ 8785543 w 12192000"/>
              <a:gd name="connsiteY36" fmla="*/ 263406 h 4939827"/>
              <a:gd name="connsiteX37" fmla="*/ 8830588 w 12192000"/>
              <a:gd name="connsiteY37" fmla="*/ 265483 h 4939827"/>
              <a:gd name="connsiteX38" fmla="*/ 8905142 w 12192000"/>
              <a:gd name="connsiteY38" fmla="*/ 264958 h 4939827"/>
              <a:gd name="connsiteX39" fmla="*/ 8968582 w 12192000"/>
              <a:gd name="connsiteY39" fmla="*/ 262728 h 4939827"/>
              <a:gd name="connsiteX40" fmla="*/ 8972994 w 12192000"/>
              <a:gd name="connsiteY40" fmla="*/ 263284 h 4939827"/>
              <a:gd name="connsiteX41" fmla="*/ 9004605 w 12192000"/>
              <a:gd name="connsiteY41" fmla="*/ 258041 h 4939827"/>
              <a:gd name="connsiteX42" fmla="*/ 9016165 w 12192000"/>
              <a:gd name="connsiteY42" fmla="*/ 261258 h 4939827"/>
              <a:gd name="connsiteX43" fmla="*/ 9043297 w 12192000"/>
              <a:gd name="connsiteY43" fmla="*/ 281547 h 4939827"/>
              <a:gd name="connsiteX44" fmla="*/ 9048315 w 12192000"/>
              <a:gd name="connsiteY44" fmla="*/ 279264 h 4939827"/>
              <a:gd name="connsiteX45" fmla="*/ 9054706 w 12192000"/>
              <a:gd name="connsiteY45" fmla="*/ 278538 h 4939827"/>
              <a:gd name="connsiteX46" fmla="*/ 9070919 w 12192000"/>
              <a:gd name="connsiteY46" fmla="*/ 281810 h 4939827"/>
              <a:gd name="connsiteX47" fmla="*/ 9076813 w 12192000"/>
              <a:gd name="connsiteY47" fmla="*/ 283909 h 4939827"/>
              <a:gd name="connsiteX48" fmla="*/ 9085871 w 12192000"/>
              <a:gd name="connsiteY48" fmla="*/ 285133 h 4939827"/>
              <a:gd name="connsiteX49" fmla="*/ 9086159 w 12192000"/>
              <a:gd name="connsiteY49" fmla="*/ 284887 h 4939827"/>
              <a:gd name="connsiteX50" fmla="*/ 9134606 w 12192000"/>
              <a:gd name="connsiteY50" fmla="*/ 288168 h 4939827"/>
              <a:gd name="connsiteX51" fmla="*/ 9195590 w 12192000"/>
              <a:gd name="connsiteY51" fmla="*/ 279568 h 4939827"/>
              <a:gd name="connsiteX52" fmla="*/ 9219336 w 12192000"/>
              <a:gd name="connsiteY52" fmla="*/ 278133 h 4939827"/>
              <a:gd name="connsiteX53" fmla="*/ 9232362 w 12192000"/>
              <a:gd name="connsiteY53" fmla="*/ 275894 h 4939827"/>
              <a:gd name="connsiteX54" fmla="*/ 9233396 w 12192000"/>
              <a:gd name="connsiteY54" fmla="*/ 274803 h 4939827"/>
              <a:gd name="connsiteX55" fmla="*/ 9256213 w 12192000"/>
              <a:gd name="connsiteY55" fmla="*/ 281576 h 4939827"/>
              <a:gd name="connsiteX56" fmla="*/ 9262377 w 12192000"/>
              <a:gd name="connsiteY56" fmla="*/ 286635 h 4939827"/>
              <a:gd name="connsiteX57" fmla="*/ 9287089 w 12192000"/>
              <a:gd name="connsiteY57" fmla="*/ 303891 h 4939827"/>
              <a:gd name="connsiteX58" fmla="*/ 9371484 w 12192000"/>
              <a:gd name="connsiteY58" fmla="*/ 329634 h 4939827"/>
              <a:gd name="connsiteX59" fmla="*/ 9404829 w 12192000"/>
              <a:gd name="connsiteY59" fmla="*/ 339038 h 4939827"/>
              <a:gd name="connsiteX60" fmla="*/ 9427021 w 12192000"/>
              <a:gd name="connsiteY60" fmla="*/ 358784 h 4939827"/>
              <a:gd name="connsiteX61" fmla="*/ 9670844 w 12192000"/>
              <a:gd name="connsiteY61" fmla="*/ 405128 h 4939827"/>
              <a:gd name="connsiteX62" fmla="*/ 9816083 w 12192000"/>
              <a:gd name="connsiteY62" fmla="*/ 416573 h 4939827"/>
              <a:gd name="connsiteX63" fmla="*/ 9936741 w 12192000"/>
              <a:gd name="connsiteY63" fmla="*/ 437044 h 4939827"/>
              <a:gd name="connsiteX64" fmla="*/ 10050093 w 12192000"/>
              <a:gd name="connsiteY64" fmla="*/ 443783 h 4939827"/>
              <a:gd name="connsiteX65" fmla="*/ 10130090 w 12192000"/>
              <a:gd name="connsiteY65" fmla="*/ 459520 h 4939827"/>
              <a:gd name="connsiteX66" fmla="*/ 10173456 w 12192000"/>
              <a:gd name="connsiteY66" fmla="*/ 457749 h 4939827"/>
              <a:gd name="connsiteX67" fmla="*/ 10218232 w 12192000"/>
              <a:gd name="connsiteY67" fmla="*/ 459820 h 4939827"/>
              <a:gd name="connsiteX68" fmla="*/ 10354176 w 12192000"/>
              <a:gd name="connsiteY68" fmla="*/ 471377 h 4939827"/>
              <a:gd name="connsiteX69" fmla="*/ 10430681 w 12192000"/>
              <a:gd name="connsiteY69" fmla="*/ 481226 h 4939827"/>
              <a:gd name="connsiteX70" fmla="*/ 10478169 w 12192000"/>
              <a:gd name="connsiteY70" fmla="*/ 481774 h 4939827"/>
              <a:gd name="connsiteX71" fmla="*/ 10540907 w 12192000"/>
              <a:gd name="connsiteY71" fmla="*/ 485607 h 4939827"/>
              <a:gd name="connsiteX72" fmla="*/ 10614941 w 12192000"/>
              <a:gd name="connsiteY72" fmla="*/ 487592 h 4939827"/>
              <a:gd name="connsiteX73" fmla="*/ 10674098 w 12192000"/>
              <a:gd name="connsiteY73" fmla="*/ 521656 h 4939827"/>
              <a:gd name="connsiteX74" fmla="*/ 10874834 w 12192000"/>
              <a:gd name="connsiteY74" fmla="*/ 574867 h 4939827"/>
              <a:gd name="connsiteX75" fmla="*/ 10944981 w 12192000"/>
              <a:gd name="connsiteY75" fmla="*/ 615042 h 4939827"/>
              <a:gd name="connsiteX76" fmla="*/ 11006376 w 12192000"/>
              <a:gd name="connsiteY76" fmla="*/ 645957 h 4939827"/>
              <a:gd name="connsiteX77" fmla="*/ 11076308 w 12192000"/>
              <a:gd name="connsiteY77" fmla="*/ 675698 h 4939827"/>
              <a:gd name="connsiteX78" fmla="*/ 11148789 w 12192000"/>
              <a:gd name="connsiteY78" fmla="*/ 685041 h 4939827"/>
              <a:gd name="connsiteX79" fmla="*/ 11249129 w 12192000"/>
              <a:gd name="connsiteY79" fmla="*/ 684218 h 4939827"/>
              <a:gd name="connsiteX80" fmla="*/ 11299915 w 12192000"/>
              <a:gd name="connsiteY80" fmla="*/ 692177 h 4939827"/>
              <a:gd name="connsiteX81" fmla="*/ 11386973 w 12192000"/>
              <a:gd name="connsiteY81" fmla="*/ 708209 h 4939827"/>
              <a:gd name="connsiteX82" fmla="*/ 11500105 w 12192000"/>
              <a:gd name="connsiteY82" fmla="*/ 735014 h 4939827"/>
              <a:gd name="connsiteX83" fmla="*/ 11621735 w 12192000"/>
              <a:gd name="connsiteY83" fmla="*/ 789584 h 4939827"/>
              <a:gd name="connsiteX84" fmla="*/ 11691200 w 12192000"/>
              <a:gd name="connsiteY84" fmla="*/ 867902 h 4939827"/>
              <a:gd name="connsiteX85" fmla="*/ 11819427 w 12192000"/>
              <a:gd name="connsiteY85" fmla="*/ 911634 h 4939827"/>
              <a:gd name="connsiteX86" fmla="*/ 11969720 w 12192000"/>
              <a:gd name="connsiteY86" fmla="*/ 964737 h 4939827"/>
              <a:gd name="connsiteX87" fmla="*/ 12055766 w 12192000"/>
              <a:gd name="connsiteY87" fmla="*/ 991268 h 4939827"/>
              <a:gd name="connsiteX88" fmla="*/ 12171539 w 12192000"/>
              <a:gd name="connsiteY88" fmla="*/ 995427 h 4939827"/>
              <a:gd name="connsiteX89" fmla="*/ 12187831 w 12192000"/>
              <a:gd name="connsiteY89" fmla="*/ 996580 h 4939827"/>
              <a:gd name="connsiteX90" fmla="*/ 12192000 w 12192000"/>
              <a:gd name="connsiteY90" fmla="*/ 996726 h 4939827"/>
              <a:gd name="connsiteX91" fmla="*/ 12192000 w 12192000"/>
              <a:gd name="connsiteY91" fmla="*/ 4939827 h 4939827"/>
              <a:gd name="connsiteX92" fmla="*/ 0 w 12192000"/>
              <a:gd name="connsiteY92" fmla="*/ 4939827 h 4939827"/>
              <a:gd name="connsiteX93" fmla="*/ 0 w 12192000"/>
              <a:gd name="connsiteY93" fmla="*/ 512043 h 4939827"/>
              <a:gd name="connsiteX94" fmla="*/ 7381 w 12192000"/>
              <a:gd name="connsiteY94" fmla="*/ 512580 h 4939827"/>
              <a:gd name="connsiteX95" fmla="*/ 100029 w 12192000"/>
              <a:gd name="connsiteY95" fmla="*/ 504758 h 4939827"/>
              <a:gd name="connsiteX96" fmla="*/ 155244 w 12192000"/>
              <a:gd name="connsiteY96" fmla="*/ 525130 h 4939827"/>
              <a:gd name="connsiteX97" fmla="*/ 254366 w 12192000"/>
              <a:gd name="connsiteY97" fmla="*/ 534449 h 4939827"/>
              <a:gd name="connsiteX98" fmla="*/ 447292 w 12192000"/>
              <a:gd name="connsiteY98" fmla="*/ 542725 h 4939827"/>
              <a:gd name="connsiteX99" fmla="*/ 628105 w 12192000"/>
              <a:gd name="connsiteY99" fmla="*/ 547853 h 4939827"/>
              <a:gd name="connsiteX100" fmla="*/ 783146 w 12192000"/>
              <a:gd name="connsiteY100" fmla="*/ 591799 h 4939827"/>
              <a:gd name="connsiteX101" fmla="*/ 1043676 w 12192000"/>
              <a:gd name="connsiteY101" fmla="*/ 591887 h 4939827"/>
              <a:gd name="connsiteX102" fmla="*/ 1281816 w 12192000"/>
              <a:gd name="connsiteY102" fmla="*/ 520946 h 4939827"/>
              <a:gd name="connsiteX103" fmla="*/ 1486347 w 12192000"/>
              <a:gd name="connsiteY103" fmla="*/ 487310 h 4939827"/>
              <a:gd name="connsiteX104" fmla="*/ 1568079 w 12192000"/>
              <a:gd name="connsiteY104" fmla="*/ 462531 h 4939827"/>
              <a:gd name="connsiteX105" fmla="*/ 1622516 w 12192000"/>
              <a:gd name="connsiteY105" fmla="*/ 466058 h 4939827"/>
              <a:gd name="connsiteX106" fmla="*/ 1655457 w 12192000"/>
              <a:gd name="connsiteY106" fmla="*/ 465359 h 4939827"/>
              <a:gd name="connsiteX107" fmla="*/ 1717454 w 12192000"/>
              <a:gd name="connsiteY107" fmla="*/ 417203 h 4939827"/>
              <a:gd name="connsiteX108" fmla="*/ 1913794 w 12192000"/>
              <a:gd name="connsiteY108" fmla="*/ 365255 h 4939827"/>
              <a:gd name="connsiteX109" fmla="*/ 2129762 w 12192000"/>
              <a:gd name="connsiteY109" fmla="*/ 367832 h 4939827"/>
              <a:gd name="connsiteX110" fmla="*/ 2376970 w 12192000"/>
              <a:gd name="connsiteY110" fmla="*/ 350129 h 4939827"/>
              <a:gd name="connsiteX111" fmla="*/ 2480155 w 12192000"/>
              <a:gd name="connsiteY111" fmla="*/ 359227 h 4939827"/>
              <a:gd name="connsiteX112" fmla="*/ 2586782 w 12192000"/>
              <a:gd name="connsiteY112" fmla="*/ 339352 h 4939827"/>
              <a:gd name="connsiteX113" fmla="*/ 2654496 w 12192000"/>
              <a:gd name="connsiteY113" fmla="*/ 315431 h 4939827"/>
              <a:gd name="connsiteX114" fmla="*/ 2788947 w 12192000"/>
              <a:gd name="connsiteY114" fmla="*/ 250375 h 4939827"/>
              <a:gd name="connsiteX115" fmla="*/ 2885389 w 12192000"/>
              <a:gd name="connsiteY115" fmla="*/ 255259 h 4939827"/>
              <a:gd name="connsiteX116" fmla="*/ 3045916 w 12192000"/>
              <a:gd name="connsiteY116" fmla="*/ 261030 h 4939827"/>
              <a:gd name="connsiteX117" fmla="*/ 3074187 w 12192000"/>
              <a:gd name="connsiteY117" fmla="*/ 243226 h 4939827"/>
              <a:gd name="connsiteX118" fmla="*/ 3103677 w 12192000"/>
              <a:gd name="connsiteY118" fmla="*/ 209527 h 4939827"/>
              <a:gd name="connsiteX119" fmla="*/ 3126759 w 12192000"/>
              <a:gd name="connsiteY119" fmla="*/ 211226 h 4939827"/>
              <a:gd name="connsiteX120" fmla="*/ 3164020 w 12192000"/>
              <a:gd name="connsiteY120" fmla="*/ 212779 h 4939827"/>
              <a:gd name="connsiteX121" fmla="*/ 3285019 w 12192000"/>
              <a:gd name="connsiteY121" fmla="*/ 220535 h 4939827"/>
              <a:gd name="connsiteX122" fmla="*/ 3365154 w 12192000"/>
              <a:gd name="connsiteY122" fmla="*/ 226416 h 4939827"/>
              <a:gd name="connsiteX123" fmla="*/ 3367507 w 12192000"/>
              <a:gd name="connsiteY123" fmla="*/ 225416 h 4939827"/>
              <a:gd name="connsiteX124" fmla="*/ 3387567 w 12192000"/>
              <a:gd name="connsiteY124" fmla="*/ 227103 h 4939827"/>
              <a:gd name="connsiteX125" fmla="*/ 3424753 w 12192000"/>
              <a:gd name="connsiteY125" fmla="*/ 244380 h 4939827"/>
              <a:gd name="connsiteX126" fmla="*/ 3498001 w 12192000"/>
              <a:gd name="connsiteY126" fmla="*/ 231941 h 4939827"/>
              <a:gd name="connsiteX127" fmla="*/ 3561557 w 12192000"/>
              <a:gd name="connsiteY127" fmla="*/ 228095 h 4939827"/>
              <a:gd name="connsiteX128" fmla="*/ 3611920 w 12192000"/>
              <a:gd name="connsiteY128" fmla="*/ 218094 h 4939827"/>
              <a:gd name="connsiteX129" fmla="*/ 3620528 w 12192000"/>
              <a:gd name="connsiteY129" fmla="*/ 218788 h 4939827"/>
              <a:gd name="connsiteX130" fmla="*/ 3620766 w 12192000"/>
              <a:gd name="connsiteY130" fmla="*/ 218511 h 4939827"/>
              <a:gd name="connsiteX131" fmla="*/ 3629977 w 12192000"/>
              <a:gd name="connsiteY131" fmla="*/ 218664 h 4939827"/>
              <a:gd name="connsiteX132" fmla="*/ 3636217 w 12192000"/>
              <a:gd name="connsiteY132" fmla="*/ 220048 h 4939827"/>
              <a:gd name="connsiteX133" fmla="*/ 3709484 w 12192000"/>
              <a:gd name="connsiteY133" fmla="*/ 186927 h 4939827"/>
              <a:gd name="connsiteX134" fmla="*/ 3761342 w 12192000"/>
              <a:gd name="connsiteY134" fmla="*/ 177474 h 4939827"/>
              <a:gd name="connsiteX135" fmla="*/ 3799748 w 12192000"/>
              <a:gd name="connsiteY135" fmla="*/ 167154 h 4939827"/>
              <a:gd name="connsiteX136" fmla="*/ 3812225 w 12192000"/>
              <a:gd name="connsiteY136" fmla="*/ 189020 h 4939827"/>
              <a:gd name="connsiteX137" fmla="*/ 3864537 w 12192000"/>
              <a:gd name="connsiteY137" fmla="*/ 200742 h 4939827"/>
              <a:gd name="connsiteX138" fmla="*/ 4028476 w 12192000"/>
              <a:gd name="connsiteY138" fmla="*/ 223679 h 4939827"/>
              <a:gd name="connsiteX139" fmla="*/ 4191582 w 12192000"/>
              <a:gd name="connsiteY139" fmla="*/ 238952 h 4939827"/>
              <a:gd name="connsiteX140" fmla="*/ 4251024 w 12192000"/>
              <a:gd name="connsiteY140" fmla="*/ 240874 h 4939827"/>
              <a:gd name="connsiteX141" fmla="*/ 4355275 w 12192000"/>
              <a:gd name="connsiteY141" fmla="*/ 260205 h 4939827"/>
              <a:gd name="connsiteX142" fmla="*/ 4423807 w 12192000"/>
              <a:gd name="connsiteY142" fmla="*/ 270366 h 4939827"/>
              <a:gd name="connsiteX143" fmla="*/ 4558432 w 12192000"/>
              <a:gd name="connsiteY143" fmla="*/ 269194 h 4939827"/>
              <a:gd name="connsiteX144" fmla="*/ 4635061 w 12192000"/>
              <a:gd name="connsiteY144" fmla="*/ 280682 h 4939827"/>
              <a:gd name="connsiteX145" fmla="*/ 4807427 w 12192000"/>
              <a:gd name="connsiteY145" fmla="*/ 276835 h 4939827"/>
              <a:gd name="connsiteX146" fmla="*/ 5028933 w 12192000"/>
              <a:gd name="connsiteY146" fmla="*/ 183887 h 4939827"/>
              <a:gd name="connsiteX147" fmla="*/ 5093642 w 12192000"/>
              <a:gd name="connsiteY147" fmla="*/ 177214 h 4939827"/>
              <a:gd name="connsiteX148" fmla="*/ 5102642 w 12192000"/>
              <a:gd name="connsiteY148" fmla="*/ 186816 h 4939827"/>
              <a:gd name="connsiteX149" fmla="*/ 5193590 w 12192000"/>
              <a:gd name="connsiteY149" fmla="*/ 136361 h 4939827"/>
              <a:gd name="connsiteX150" fmla="*/ 5323922 w 12192000"/>
              <a:gd name="connsiteY150" fmla="*/ 146332 h 4939827"/>
              <a:gd name="connsiteX151" fmla="*/ 5421860 w 12192000"/>
              <a:gd name="connsiteY151" fmla="*/ 167298 h 4939827"/>
              <a:gd name="connsiteX152" fmla="*/ 5476948 w 12192000"/>
              <a:gd name="connsiteY152" fmla="*/ 173249 h 4939827"/>
              <a:gd name="connsiteX153" fmla="*/ 5516842 w 12192000"/>
              <a:gd name="connsiteY153" fmla="*/ 184018 h 4939827"/>
              <a:gd name="connsiteX154" fmla="*/ 5619415 w 12192000"/>
              <a:gd name="connsiteY154" fmla="*/ 176781 h 4939827"/>
              <a:gd name="connsiteX155" fmla="*/ 5789867 w 12192000"/>
              <a:gd name="connsiteY155" fmla="*/ 150304 h 4939827"/>
              <a:gd name="connsiteX156" fmla="*/ 5825953 w 12192000"/>
              <a:gd name="connsiteY156" fmla="*/ 147907 h 4939827"/>
              <a:gd name="connsiteX157" fmla="*/ 5856168 w 12192000"/>
              <a:gd name="connsiteY157" fmla="*/ 158719 h 4939827"/>
              <a:gd name="connsiteX158" fmla="*/ 5862476 w 12192000"/>
              <a:gd name="connsiteY158" fmla="*/ 172447 h 4939827"/>
              <a:gd name="connsiteX159" fmla="*/ 5882195 w 12192000"/>
              <a:gd name="connsiteY159" fmla="*/ 173195 h 4939827"/>
              <a:gd name="connsiteX160" fmla="*/ 5887271 w 12192000"/>
              <a:gd name="connsiteY160" fmla="*/ 176084 h 4939827"/>
              <a:gd name="connsiteX161" fmla="*/ 5916552 w 12192000"/>
              <a:gd name="connsiteY161" fmla="*/ 189955 h 4939827"/>
              <a:gd name="connsiteX162" fmla="*/ 5983240 w 12192000"/>
              <a:gd name="connsiteY162" fmla="*/ 152755 h 4939827"/>
              <a:gd name="connsiteX163" fmla="*/ 6061852 w 12192000"/>
              <a:gd name="connsiteY163" fmla="*/ 161953 h 4939827"/>
              <a:gd name="connsiteX164" fmla="*/ 6531386 w 12192000"/>
              <a:gd name="connsiteY164" fmla="*/ 156103 h 4939827"/>
              <a:gd name="connsiteX165" fmla="*/ 6756965 w 12192000"/>
              <a:gd name="connsiteY165" fmla="*/ 57636 h 4939827"/>
              <a:gd name="connsiteX166" fmla="*/ 6965101 w 12192000"/>
              <a:gd name="connsiteY166" fmla="*/ 25718 h 4939827"/>
              <a:gd name="connsiteX167" fmla="*/ 6986370 w 12192000"/>
              <a:gd name="connsiteY167" fmla="*/ 12659 h 4939827"/>
              <a:gd name="connsiteX168" fmla="*/ 6989536 w 12192000"/>
              <a:gd name="connsiteY168" fmla="*/ 14528 h 4939827"/>
              <a:gd name="connsiteX169" fmla="*/ 7015933 w 12192000"/>
              <a:gd name="connsiteY169" fmla="*/ 9653 h 4939827"/>
              <a:gd name="connsiteX170" fmla="*/ 7020592 w 12192000"/>
              <a:gd name="connsiteY170" fmla="*/ 1651 h 4939827"/>
              <a:gd name="connsiteX171" fmla="*/ 7025905 w 12192000"/>
              <a:gd name="connsiteY171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43464 w 12192000"/>
              <a:gd name="connsiteY12" fmla="*/ 68367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37675 w 12192000"/>
              <a:gd name="connsiteY17" fmla="*/ 204438 h 4939827"/>
              <a:gd name="connsiteX18" fmla="*/ 7952584 w 12192000"/>
              <a:gd name="connsiteY18" fmla="*/ 170181 h 4939827"/>
              <a:gd name="connsiteX19" fmla="*/ 8009534 w 12192000"/>
              <a:gd name="connsiteY19" fmla="*/ 176441 h 4939827"/>
              <a:gd name="connsiteX20" fmla="*/ 8058681 w 12192000"/>
              <a:gd name="connsiteY20" fmla="*/ 219431 h 4939827"/>
              <a:gd name="connsiteX21" fmla="*/ 8126175 w 12192000"/>
              <a:gd name="connsiteY21" fmla="*/ 240005 h 4939827"/>
              <a:gd name="connsiteX22" fmla="*/ 8166439 w 12192000"/>
              <a:gd name="connsiteY22" fmla="*/ 252699 h 4939827"/>
              <a:gd name="connsiteX23" fmla="*/ 8281371 w 12192000"/>
              <a:gd name="connsiteY23" fmla="*/ 256875 h 4939827"/>
              <a:gd name="connsiteX24" fmla="*/ 8381609 w 12192000"/>
              <a:gd name="connsiteY24" fmla="*/ 240618 h 4939827"/>
              <a:gd name="connsiteX25" fmla="*/ 8406759 w 12192000"/>
              <a:gd name="connsiteY25" fmla="*/ 232517 h 4939827"/>
              <a:gd name="connsiteX26" fmla="*/ 8426506 w 12192000"/>
              <a:gd name="connsiteY26" fmla="*/ 241842 h 4939827"/>
              <a:gd name="connsiteX27" fmla="*/ 8427949 w 12192000"/>
              <a:gd name="connsiteY27" fmla="*/ 240981 h 4939827"/>
              <a:gd name="connsiteX28" fmla="*/ 8441468 w 12192000"/>
              <a:gd name="connsiteY28" fmla="*/ 241157 h 4939827"/>
              <a:gd name="connsiteX29" fmla="*/ 8565757 w 12192000"/>
              <a:gd name="connsiteY29" fmla="*/ 255317 h 4939827"/>
              <a:gd name="connsiteX30" fmla="*/ 8573171 w 12192000"/>
              <a:gd name="connsiteY30" fmla="*/ 258426 h 4939827"/>
              <a:gd name="connsiteX31" fmla="*/ 8573548 w 12192000"/>
              <a:gd name="connsiteY31" fmla="*/ 258241 h 4939827"/>
              <a:gd name="connsiteX32" fmla="*/ 8581827 w 12192000"/>
              <a:gd name="connsiteY32" fmla="*/ 261028 h 4939827"/>
              <a:gd name="connsiteX33" fmla="*/ 8586687 w 12192000"/>
              <a:gd name="connsiteY33" fmla="*/ 264089 h 4939827"/>
              <a:gd name="connsiteX34" fmla="*/ 8601067 w 12192000"/>
              <a:gd name="connsiteY34" fmla="*/ 270114 h 4939827"/>
              <a:gd name="connsiteX35" fmla="*/ 8672650 w 12192000"/>
              <a:gd name="connsiteY35" fmla="*/ 254821 h 4939827"/>
              <a:gd name="connsiteX36" fmla="*/ 8785543 w 12192000"/>
              <a:gd name="connsiteY36" fmla="*/ 263406 h 4939827"/>
              <a:gd name="connsiteX37" fmla="*/ 8830588 w 12192000"/>
              <a:gd name="connsiteY37" fmla="*/ 265483 h 4939827"/>
              <a:gd name="connsiteX38" fmla="*/ 8905142 w 12192000"/>
              <a:gd name="connsiteY38" fmla="*/ 264958 h 4939827"/>
              <a:gd name="connsiteX39" fmla="*/ 8968582 w 12192000"/>
              <a:gd name="connsiteY39" fmla="*/ 262728 h 4939827"/>
              <a:gd name="connsiteX40" fmla="*/ 8972994 w 12192000"/>
              <a:gd name="connsiteY40" fmla="*/ 263284 h 4939827"/>
              <a:gd name="connsiteX41" fmla="*/ 9004605 w 12192000"/>
              <a:gd name="connsiteY41" fmla="*/ 258041 h 4939827"/>
              <a:gd name="connsiteX42" fmla="*/ 9016165 w 12192000"/>
              <a:gd name="connsiteY42" fmla="*/ 261258 h 4939827"/>
              <a:gd name="connsiteX43" fmla="*/ 9043297 w 12192000"/>
              <a:gd name="connsiteY43" fmla="*/ 281547 h 4939827"/>
              <a:gd name="connsiteX44" fmla="*/ 9048315 w 12192000"/>
              <a:gd name="connsiteY44" fmla="*/ 279264 h 4939827"/>
              <a:gd name="connsiteX45" fmla="*/ 9054706 w 12192000"/>
              <a:gd name="connsiteY45" fmla="*/ 278538 h 4939827"/>
              <a:gd name="connsiteX46" fmla="*/ 9070919 w 12192000"/>
              <a:gd name="connsiteY46" fmla="*/ 281810 h 4939827"/>
              <a:gd name="connsiteX47" fmla="*/ 9076813 w 12192000"/>
              <a:gd name="connsiteY47" fmla="*/ 283909 h 4939827"/>
              <a:gd name="connsiteX48" fmla="*/ 9085871 w 12192000"/>
              <a:gd name="connsiteY48" fmla="*/ 285133 h 4939827"/>
              <a:gd name="connsiteX49" fmla="*/ 9086159 w 12192000"/>
              <a:gd name="connsiteY49" fmla="*/ 284887 h 4939827"/>
              <a:gd name="connsiteX50" fmla="*/ 9134606 w 12192000"/>
              <a:gd name="connsiteY50" fmla="*/ 288168 h 4939827"/>
              <a:gd name="connsiteX51" fmla="*/ 9195590 w 12192000"/>
              <a:gd name="connsiteY51" fmla="*/ 279568 h 4939827"/>
              <a:gd name="connsiteX52" fmla="*/ 9219336 w 12192000"/>
              <a:gd name="connsiteY52" fmla="*/ 278133 h 4939827"/>
              <a:gd name="connsiteX53" fmla="*/ 9232362 w 12192000"/>
              <a:gd name="connsiteY53" fmla="*/ 275894 h 4939827"/>
              <a:gd name="connsiteX54" fmla="*/ 9233396 w 12192000"/>
              <a:gd name="connsiteY54" fmla="*/ 274803 h 4939827"/>
              <a:gd name="connsiteX55" fmla="*/ 9256213 w 12192000"/>
              <a:gd name="connsiteY55" fmla="*/ 281576 h 4939827"/>
              <a:gd name="connsiteX56" fmla="*/ 9262377 w 12192000"/>
              <a:gd name="connsiteY56" fmla="*/ 286635 h 4939827"/>
              <a:gd name="connsiteX57" fmla="*/ 9287089 w 12192000"/>
              <a:gd name="connsiteY57" fmla="*/ 303891 h 4939827"/>
              <a:gd name="connsiteX58" fmla="*/ 9371484 w 12192000"/>
              <a:gd name="connsiteY58" fmla="*/ 329634 h 4939827"/>
              <a:gd name="connsiteX59" fmla="*/ 9404829 w 12192000"/>
              <a:gd name="connsiteY59" fmla="*/ 339038 h 4939827"/>
              <a:gd name="connsiteX60" fmla="*/ 9427021 w 12192000"/>
              <a:gd name="connsiteY60" fmla="*/ 358784 h 4939827"/>
              <a:gd name="connsiteX61" fmla="*/ 9670844 w 12192000"/>
              <a:gd name="connsiteY61" fmla="*/ 405128 h 4939827"/>
              <a:gd name="connsiteX62" fmla="*/ 9816083 w 12192000"/>
              <a:gd name="connsiteY62" fmla="*/ 416573 h 4939827"/>
              <a:gd name="connsiteX63" fmla="*/ 9936741 w 12192000"/>
              <a:gd name="connsiteY63" fmla="*/ 437044 h 4939827"/>
              <a:gd name="connsiteX64" fmla="*/ 10050093 w 12192000"/>
              <a:gd name="connsiteY64" fmla="*/ 443783 h 4939827"/>
              <a:gd name="connsiteX65" fmla="*/ 10130090 w 12192000"/>
              <a:gd name="connsiteY65" fmla="*/ 459520 h 4939827"/>
              <a:gd name="connsiteX66" fmla="*/ 10173456 w 12192000"/>
              <a:gd name="connsiteY66" fmla="*/ 457749 h 4939827"/>
              <a:gd name="connsiteX67" fmla="*/ 10218232 w 12192000"/>
              <a:gd name="connsiteY67" fmla="*/ 459820 h 4939827"/>
              <a:gd name="connsiteX68" fmla="*/ 10354176 w 12192000"/>
              <a:gd name="connsiteY68" fmla="*/ 471377 h 4939827"/>
              <a:gd name="connsiteX69" fmla="*/ 10430681 w 12192000"/>
              <a:gd name="connsiteY69" fmla="*/ 481226 h 4939827"/>
              <a:gd name="connsiteX70" fmla="*/ 10478169 w 12192000"/>
              <a:gd name="connsiteY70" fmla="*/ 481774 h 4939827"/>
              <a:gd name="connsiteX71" fmla="*/ 10540907 w 12192000"/>
              <a:gd name="connsiteY71" fmla="*/ 485607 h 4939827"/>
              <a:gd name="connsiteX72" fmla="*/ 10614941 w 12192000"/>
              <a:gd name="connsiteY72" fmla="*/ 487592 h 4939827"/>
              <a:gd name="connsiteX73" fmla="*/ 10674098 w 12192000"/>
              <a:gd name="connsiteY73" fmla="*/ 521656 h 4939827"/>
              <a:gd name="connsiteX74" fmla="*/ 10874834 w 12192000"/>
              <a:gd name="connsiteY74" fmla="*/ 574867 h 4939827"/>
              <a:gd name="connsiteX75" fmla="*/ 10944981 w 12192000"/>
              <a:gd name="connsiteY75" fmla="*/ 615042 h 4939827"/>
              <a:gd name="connsiteX76" fmla="*/ 11006376 w 12192000"/>
              <a:gd name="connsiteY76" fmla="*/ 645957 h 4939827"/>
              <a:gd name="connsiteX77" fmla="*/ 11076308 w 12192000"/>
              <a:gd name="connsiteY77" fmla="*/ 675698 h 4939827"/>
              <a:gd name="connsiteX78" fmla="*/ 11148789 w 12192000"/>
              <a:gd name="connsiteY78" fmla="*/ 685041 h 4939827"/>
              <a:gd name="connsiteX79" fmla="*/ 11249129 w 12192000"/>
              <a:gd name="connsiteY79" fmla="*/ 684218 h 4939827"/>
              <a:gd name="connsiteX80" fmla="*/ 11299915 w 12192000"/>
              <a:gd name="connsiteY80" fmla="*/ 692177 h 4939827"/>
              <a:gd name="connsiteX81" fmla="*/ 11386973 w 12192000"/>
              <a:gd name="connsiteY81" fmla="*/ 708209 h 4939827"/>
              <a:gd name="connsiteX82" fmla="*/ 11500105 w 12192000"/>
              <a:gd name="connsiteY82" fmla="*/ 735014 h 4939827"/>
              <a:gd name="connsiteX83" fmla="*/ 11621735 w 12192000"/>
              <a:gd name="connsiteY83" fmla="*/ 789584 h 4939827"/>
              <a:gd name="connsiteX84" fmla="*/ 11691200 w 12192000"/>
              <a:gd name="connsiteY84" fmla="*/ 867902 h 4939827"/>
              <a:gd name="connsiteX85" fmla="*/ 11819427 w 12192000"/>
              <a:gd name="connsiteY85" fmla="*/ 911634 h 4939827"/>
              <a:gd name="connsiteX86" fmla="*/ 11969720 w 12192000"/>
              <a:gd name="connsiteY86" fmla="*/ 964737 h 4939827"/>
              <a:gd name="connsiteX87" fmla="*/ 12055766 w 12192000"/>
              <a:gd name="connsiteY87" fmla="*/ 991268 h 4939827"/>
              <a:gd name="connsiteX88" fmla="*/ 12171539 w 12192000"/>
              <a:gd name="connsiteY88" fmla="*/ 995427 h 4939827"/>
              <a:gd name="connsiteX89" fmla="*/ 12187831 w 12192000"/>
              <a:gd name="connsiteY89" fmla="*/ 996580 h 4939827"/>
              <a:gd name="connsiteX90" fmla="*/ 12192000 w 12192000"/>
              <a:gd name="connsiteY90" fmla="*/ 996726 h 4939827"/>
              <a:gd name="connsiteX91" fmla="*/ 12192000 w 12192000"/>
              <a:gd name="connsiteY91" fmla="*/ 4939827 h 4939827"/>
              <a:gd name="connsiteX92" fmla="*/ 0 w 12192000"/>
              <a:gd name="connsiteY92" fmla="*/ 4939827 h 4939827"/>
              <a:gd name="connsiteX93" fmla="*/ 0 w 12192000"/>
              <a:gd name="connsiteY93" fmla="*/ 512043 h 4939827"/>
              <a:gd name="connsiteX94" fmla="*/ 7381 w 12192000"/>
              <a:gd name="connsiteY94" fmla="*/ 512580 h 4939827"/>
              <a:gd name="connsiteX95" fmla="*/ 100029 w 12192000"/>
              <a:gd name="connsiteY95" fmla="*/ 504758 h 4939827"/>
              <a:gd name="connsiteX96" fmla="*/ 155244 w 12192000"/>
              <a:gd name="connsiteY96" fmla="*/ 525130 h 4939827"/>
              <a:gd name="connsiteX97" fmla="*/ 254366 w 12192000"/>
              <a:gd name="connsiteY97" fmla="*/ 534449 h 4939827"/>
              <a:gd name="connsiteX98" fmla="*/ 447292 w 12192000"/>
              <a:gd name="connsiteY98" fmla="*/ 542725 h 4939827"/>
              <a:gd name="connsiteX99" fmla="*/ 628105 w 12192000"/>
              <a:gd name="connsiteY99" fmla="*/ 547853 h 4939827"/>
              <a:gd name="connsiteX100" fmla="*/ 783146 w 12192000"/>
              <a:gd name="connsiteY100" fmla="*/ 591799 h 4939827"/>
              <a:gd name="connsiteX101" fmla="*/ 1043676 w 12192000"/>
              <a:gd name="connsiteY101" fmla="*/ 591887 h 4939827"/>
              <a:gd name="connsiteX102" fmla="*/ 1281816 w 12192000"/>
              <a:gd name="connsiteY102" fmla="*/ 520946 h 4939827"/>
              <a:gd name="connsiteX103" fmla="*/ 1486347 w 12192000"/>
              <a:gd name="connsiteY103" fmla="*/ 487310 h 4939827"/>
              <a:gd name="connsiteX104" fmla="*/ 1568079 w 12192000"/>
              <a:gd name="connsiteY104" fmla="*/ 462531 h 4939827"/>
              <a:gd name="connsiteX105" fmla="*/ 1622516 w 12192000"/>
              <a:gd name="connsiteY105" fmla="*/ 466058 h 4939827"/>
              <a:gd name="connsiteX106" fmla="*/ 1655457 w 12192000"/>
              <a:gd name="connsiteY106" fmla="*/ 465359 h 4939827"/>
              <a:gd name="connsiteX107" fmla="*/ 1717454 w 12192000"/>
              <a:gd name="connsiteY107" fmla="*/ 417203 h 4939827"/>
              <a:gd name="connsiteX108" fmla="*/ 1913794 w 12192000"/>
              <a:gd name="connsiteY108" fmla="*/ 365255 h 4939827"/>
              <a:gd name="connsiteX109" fmla="*/ 2129762 w 12192000"/>
              <a:gd name="connsiteY109" fmla="*/ 367832 h 4939827"/>
              <a:gd name="connsiteX110" fmla="*/ 2376970 w 12192000"/>
              <a:gd name="connsiteY110" fmla="*/ 350129 h 4939827"/>
              <a:gd name="connsiteX111" fmla="*/ 2480155 w 12192000"/>
              <a:gd name="connsiteY111" fmla="*/ 359227 h 4939827"/>
              <a:gd name="connsiteX112" fmla="*/ 2586782 w 12192000"/>
              <a:gd name="connsiteY112" fmla="*/ 339352 h 4939827"/>
              <a:gd name="connsiteX113" fmla="*/ 2654496 w 12192000"/>
              <a:gd name="connsiteY113" fmla="*/ 315431 h 4939827"/>
              <a:gd name="connsiteX114" fmla="*/ 2788947 w 12192000"/>
              <a:gd name="connsiteY114" fmla="*/ 250375 h 4939827"/>
              <a:gd name="connsiteX115" fmla="*/ 2885389 w 12192000"/>
              <a:gd name="connsiteY115" fmla="*/ 255259 h 4939827"/>
              <a:gd name="connsiteX116" fmla="*/ 3045916 w 12192000"/>
              <a:gd name="connsiteY116" fmla="*/ 261030 h 4939827"/>
              <a:gd name="connsiteX117" fmla="*/ 3074187 w 12192000"/>
              <a:gd name="connsiteY117" fmla="*/ 243226 h 4939827"/>
              <a:gd name="connsiteX118" fmla="*/ 3103677 w 12192000"/>
              <a:gd name="connsiteY118" fmla="*/ 209527 h 4939827"/>
              <a:gd name="connsiteX119" fmla="*/ 3126759 w 12192000"/>
              <a:gd name="connsiteY119" fmla="*/ 211226 h 4939827"/>
              <a:gd name="connsiteX120" fmla="*/ 3164020 w 12192000"/>
              <a:gd name="connsiteY120" fmla="*/ 212779 h 4939827"/>
              <a:gd name="connsiteX121" fmla="*/ 3285019 w 12192000"/>
              <a:gd name="connsiteY121" fmla="*/ 220535 h 4939827"/>
              <a:gd name="connsiteX122" fmla="*/ 3365154 w 12192000"/>
              <a:gd name="connsiteY122" fmla="*/ 226416 h 4939827"/>
              <a:gd name="connsiteX123" fmla="*/ 3367507 w 12192000"/>
              <a:gd name="connsiteY123" fmla="*/ 225416 h 4939827"/>
              <a:gd name="connsiteX124" fmla="*/ 3387567 w 12192000"/>
              <a:gd name="connsiteY124" fmla="*/ 227103 h 4939827"/>
              <a:gd name="connsiteX125" fmla="*/ 3424753 w 12192000"/>
              <a:gd name="connsiteY125" fmla="*/ 244380 h 4939827"/>
              <a:gd name="connsiteX126" fmla="*/ 3498001 w 12192000"/>
              <a:gd name="connsiteY126" fmla="*/ 231941 h 4939827"/>
              <a:gd name="connsiteX127" fmla="*/ 3561557 w 12192000"/>
              <a:gd name="connsiteY127" fmla="*/ 228095 h 4939827"/>
              <a:gd name="connsiteX128" fmla="*/ 3611920 w 12192000"/>
              <a:gd name="connsiteY128" fmla="*/ 218094 h 4939827"/>
              <a:gd name="connsiteX129" fmla="*/ 3620528 w 12192000"/>
              <a:gd name="connsiteY129" fmla="*/ 218788 h 4939827"/>
              <a:gd name="connsiteX130" fmla="*/ 3620766 w 12192000"/>
              <a:gd name="connsiteY130" fmla="*/ 218511 h 4939827"/>
              <a:gd name="connsiteX131" fmla="*/ 3629977 w 12192000"/>
              <a:gd name="connsiteY131" fmla="*/ 218664 h 4939827"/>
              <a:gd name="connsiteX132" fmla="*/ 3636217 w 12192000"/>
              <a:gd name="connsiteY132" fmla="*/ 220048 h 4939827"/>
              <a:gd name="connsiteX133" fmla="*/ 3709484 w 12192000"/>
              <a:gd name="connsiteY133" fmla="*/ 186927 h 4939827"/>
              <a:gd name="connsiteX134" fmla="*/ 3761342 w 12192000"/>
              <a:gd name="connsiteY134" fmla="*/ 177474 h 4939827"/>
              <a:gd name="connsiteX135" fmla="*/ 3799748 w 12192000"/>
              <a:gd name="connsiteY135" fmla="*/ 167154 h 4939827"/>
              <a:gd name="connsiteX136" fmla="*/ 3812225 w 12192000"/>
              <a:gd name="connsiteY136" fmla="*/ 189020 h 4939827"/>
              <a:gd name="connsiteX137" fmla="*/ 3864537 w 12192000"/>
              <a:gd name="connsiteY137" fmla="*/ 200742 h 4939827"/>
              <a:gd name="connsiteX138" fmla="*/ 4028476 w 12192000"/>
              <a:gd name="connsiteY138" fmla="*/ 223679 h 4939827"/>
              <a:gd name="connsiteX139" fmla="*/ 4191582 w 12192000"/>
              <a:gd name="connsiteY139" fmla="*/ 238952 h 4939827"/>
              <a:gd name="connsiteX140" fmla="*/ 4251024 w 12192000"/>
              <a:gd name="connsiteY140" fmla="*/ 240874 h 4939827"/>
              <a:gd name="connsiteX141" fmla="*/ 4355275 w 12192000"/>
              <a:gd name="connsiteY141" fmla="*/ 260205 h 4939827"/>
              <a:gd name="connsiteX142" fmla="*/ 4423807 w 12192000"/>
              <a:gd name="connsiteY142" fmla="*/ 270366 h 4939827"/>
              <a:gd name="connsiteX143" fmla="*/ 4558432 w 12192000"/>
              <a:gd name="connsiteY143" fmla="*/ 269194 h 4939827"/>
              <a:gd name="connsiteX144" fmla="*/ 4635061 w 12192000"/>
              <a:gd name="connsiteY144" fmla="*/ 280682 h 4939827"/>
              <a:gd name="connsiteX145" fmla="*/ 4807427 w 12192000"/>
              <a:gd name="connsiteY145" fmla="*/ 276835 h 4939827"/>
              <a:gd name="connsiteX146" fmla="*/ 5028933 w 12192000"/>
              <a:gd name="connsiteY146" fmla="*/ 183887 h 4939827"/>
              <a:gd name="connsiteX147" fmla="*/ 5093642 w 12192000"/>
              <a:gd name="connsiteY147" fmla="*/ 177214 h 4939827"/>
              <a:gd name="connsiteX148" fmla="*/ 5102642 w 12192000"/>
              <a:gd name="connsiteY148" fmla="*/ 186816 h 4939827"/>
              <a:gd name="connsiteX149" fmla="*/ 5193590 w 12192000"/>
              <a:gd name="connsiteY149" fmla="*/ 136361 h 4939827"/>
              <a:gd name="connsiteX150" fmla="*/ 5323922 w 12192000"/>
              <a:gd name="connsiteY150" fmla="*/ 146332 h 4939827"/>
              <a:gd name="connsiteX151" fmla="*/ 5421860 w 12192000"/>
              <a:gd name="connsiteY151" fmla="*/ 167298 h 4939827"/>
              <a:gd name="connsiteX152" fmla="*/ 5476948 w 12192000"/>
              <a:gd name="connsiteY152" fmla="*/ 173249 h 4939827"/>
              <a:gd name="connsiteX153" fmla="*/ 5516842 w 12192000"/>
              <a:gd name="connsiteY153" fmla="*/ 184018 h 4939827"/>
              <a:gd name="connsiteX154" fmla="*/ 5619415 w 12192000"/>
              <a:gd name="connsiteY154" fmla="*/ 176781 h 4939827"/>
              <a:gd name="connsiteX155" fmla="*/ 5789867 w 12192000"/>
              <a:gd name="connsiteY155" fmla="*/ 150304 h 4939827"/>
              <a:gd name="connsiteX156" fmla="*/ 5825953 w 12192000"/>
              <a:gd name="connsiteY156" fmla="*/ 147907 h 4939827"/>
              <a:gd name="connsiteX157" fmla="*/ 5856168 w 12192000"/>
              <a:gd name="connsiteY157" fmla="*/ 158719 h 4939827"/>
              <a:gd name="connsiteX158" fmla="*/ 5862476 w 12192000"/>
              <a:gd name="connsiteY158" fmla="*/ 172447 h 4939827"/>
              <a:gd name="connsiteX159" fmla="*/ 5882195 w 12192000"/>
              <a:gd name="connsiteY159" fmla="*/ 173195 h 4939827"/>
              <a:gd name="connsiteX160" fmla="*/ 5887271 w 12192000"/>
              <a:gd name="connsiteY160" fmla="*/ 176084 h 4939827"/>
              <a:gd name="connsiteX161" fmla="*/ 5916552 w 12192000"/>
              <a:gd name="connsiteY161" fmla="*/ 189955 h 4939827"/>
              <a:gd name="connsiteX162" fmla="*/ 5983240 w 12192000"/>
              <a:gd name="connsiteY162" fmla="*/ 152755 h 4939827"/>
              <a:gd name="connsiteX163" fmla="*/ 6061852 w 12192000"/>
              <a:gd name="connsiteY163" fmla="*/ 161953 h 4939827"/>
              <a:gd name="connsiteX164" fmla="*/ 6415830 w 12192000"/>
              <a:gd name="connsiteY164" fmla="*/ 136006 h 4939827"/>
              <a:gd name="connsiteX165" fmla="*/ 6756965 w 12192000"/>
              <a:gd name="connsiteY165" fmla="*/ 57636 h 4939827"/>
              <a:gd name="connsiteX166" fmla="*/ 6965101 w 12192000"/>
              <a:gd name="connsiteY166" fmla="*/ 25718 h 4939827"/>
              <a:gd name="connsiteX167" fmla="*/ 6986370 w 12192000"/>
              <a:gd name="connsiteY167" fmla="*/ 12659 h 4939827"/>
              <a:gd name="connsiteX168" fmla="*/ 6989536 w 12192000"/>
              <a:gd name="connsiteY168" fmla="*/ 14528 h 4939827"/>
              <a:gd name="connsiteX169" fmla="*/ 7015933 w 12192000"/>
              <a:gd name="connsiteY169" fmla="*/ 9653 h 4939827"/>
              <a:gd name="connsiteX170" fmla="*/ 7020592 w 12192000"/>
              <a:gd name="connsiteY170" fmla="*/ 1651 h 4939827"/>
              <a:gd name="connsiteX171" fmla="*/ 7025905 w 12192000"/>
              <a:gd name="connsiteY171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43464 w 12192000"/>
              <a:gd name="connsiteY12" fmla="*/ 68367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37675 w 12192000"/>
              <a:gd name="connsiteY17" fmla="*/ 204438 h 4939827"/>
              <a:gd name="connsiteX18" fmla="*/ 7952584 w 12192000"/>
              <a:gd name="connsiteY18" fmla="*/ 170181 h 4939827"/>
              <a:gd name="connsiteX19" fmla="*/ 8009534 w 12192000"/>
              <a:gd name="connsiteY19" fmla="*/ 176441 h 4939827"/>
              <a:gd name="connsiteX20" fmla="*/ 8058681 w 12192000"/>
              <a:gd name="connsiteY20" fmla="*/ 219431 h 4939827"/>
              <a:gd name="connsiteX21" fmla="*/ 8126175 w 12192000"/>
              <a:gd name="connsiteY21" fmla="*/ 240005 h 4939827"/>
              <a:gd name="connsiteX22" fmla="*/ 8166439 w 12192000"/>
              <a:gd name="connsiteY22" fmla="*/ 252699 h 4939827"/>
              <a:gd name="connsiteX23" fmla="*/ 8281371 w 12192000"/>
              <a:gd name="connsiteY23" fmla="*/ 256875 h 4939827"/>
              <a:gd name="connsiteX24" fmla="*/ 8381609 w 12192000"/>
              <a:gd name="connsiteY24" fmla="*/ 240618 h 4939827"/>
              <a:gd name="connsiteX25" fmla="*/ 8406759 w 12192000"/>
              <a:gd name="connsiteY25" fmla="*/ 232517 h 4939827"/>
              <a:gd name="connsiteX26" fmla="*/ 8426506 w 12192000"/>
              <a:gd name="connsiteY26" fmla="*/ 241842 h 4939827"/>
              <a:gd name="connsiteX27" fmla="*/ 8427949 w 12192000"/>
              <a:gd name="connsiteY27" fmla="*/ 240981 h 4939827"/>
              <a:gd name="connsiteX28" fmla="*/ 8441468 w 12192000"/>
              <a:gd name="connsiteY28" fmla="*/ 241157 h 4939827"/>
              <a:gd name="connsiteX29" fmla="*/ 8565757 w 12192000"/>
              <a:gd name="connsiteY29" fmla="*/ 255317 h 4939827"/>
              <a:gd name="connsiteX30" fmla="*/ 8573171 w 12192000"/>
              <a:gd name="connsiteY30" fmla="*/ 258426 h 4939827"/>
              <a:gd name="connsiteX31" fmla="*/ 8573548 w 12192000"/>
              <a:gd name="connsiteY31" fmla="*/ 258241 h 4939827"/>
              <a:gd name="connsiteX32" fmla="*/ 8581827 w 12192000"/>
              <a:gd name="connsiteY32" fmla="*/ 261028 h 4939827"/>
              <a:gd name="connsiteX33" fmla="*/ 8586687 w 12192000"/>
              <a:gd name="connsiteY33" fmla="*/ 264089 h 4939827"/>
              <a:gd name="connsiteX34" fmla="*/ 8601067 w 12192000"/>
              <a:gd name="connsiteY34" fmla="*/ 270114 h 4939827"/>
              <a:gd name="connsiteX35" fmla="*/ 8672650 w 12192000"/>
              <a:gd name="connsiteY35" fmla="*/ 254821 h 4939827"/>
              <a:gd name="connsiteX36" fmla="*/ 8785543 w 12192000"/>
              <a:gd name="connsiteY36" fmla="*/ 263406 h 4939827"/>
              <a:gd name="connsiteX37" fmla="*/ 8830588 w 12192000"/>
              <a:gd name="connsiteY37" fmla="*/ 265483 h 4939827"/>
              <a:gd name="connsiteX38" fmla="*/ 8905142 w 12192000"/>
              <a:gd name="connsiteY38" fmla="*/ 264958 h 4939827"/>
              <a:gd name="connsiteX39" fmla="*/ 8968582 w 12192000"/>
              <a:gd name="connsiteY39" fmla="*/ 262728 h 4939827"/>
              <a:gd name="connsiteX40" fmla="*/ 8972994 w 12192000"/>
              <a:gd name="connsiteY40" fmla="*/ 263284 h 4939827"/>
              <a:gd name="connsiteX41" fmla="*/ 9004605 w 12192000"/>
              <a:gd name="connsiteY41" fmla="*/ 258041 h 4939827"/>
              <a:gd name="connsiteX42" fmla="*/ 9016165 w 12192000"/>
              <a:gd name="connsiteY42" fmla="*/ 261258 h 4939827"/>
              <a:gd name="connsiteX43" fmla="*/ 9043297 w 12192000"/>
              <a:gd name="connsiteY43" fmla="*/ 281547 h 4939827"/>
              <a:gd name="connsiteX44" fmla="*/ 9048315 w 12192000"/>
              <a:gd name="connsiteY44" fmla="*/ 279264 h 4939827"/>
              <a:gd name="connsiteX45" fmla="*/ 9054706 w 12192000"/>
              <a:gd name="connsiteY45" fmla="*/ 278538 h 4939827"/>
              <a:gd name="connsiteX46" fmla="*/ 9070919 w 12192000"/>
              <a:gd name="connsiteY46" fmla="*/ 281810 h 4939827"/>
              <a:gd name="connsiteX47" fmla="*/ 9076813 w 12192000"/>
              <a:gd name="connsiteY47" fmla="*/ 283909 h 4939827"/>
              <a:gd name="connsiteX48" fmla="*/ 9085871 w 12192000"/>
              <a:gd name="connsiteY48" fmla="*/ 285133 h 4939827"/>
              <a:gd name="connsiteX49" fmla="*/ 9086159 w 12192000"/>
              <a:gd name="connsiteY49" fmla="*/ 284887 h 4939827"/>
              <a:gd name="connsiteX50" fmla="*/ 9134606 w 12192000"/>
              <a:gd name="connsiteY50" fmla="*/ 288168 h 4939827"/>
              <a:gd name="connsiteX51" fmla="*/ 9195590 w 12192000"/>
              <a:gd name="connsiteY51" fmla="*/ 279568 h 4939827"/>
              <a:gd name="connsiteX52" fmla="*/ 9219336 w 12192000"/>
              <a:gd name="connsiteY52" fmla="*/ 278133 h 4939827"/>
              <a:gd name="connsiteX53" fmla="*/ 9232362 w 12192000"/>
              <a:gd name="connsiteY53" fmla="*/ 275894 h 4939827"/>
              <a:gd name="connsiteX54" fmla="*/ 9233396 w 12192000"/>
              <a:gd name="connsiteY54" fmla="*/ 274803 h 4939827"/>
              <a:gd name="connsiteX55" fmla="*/ 9256213 w 12192000"/>
              <a:gd name="connsiteY55" fmla="*/ 281576 h 4939827"/>
              <a:gd name="connsiteX56" fmla="*/ 9262377 w 12192000"/>
              <a:gd name="connsiteY56" fmla="*/ 286635 h 4939827"/>
              <a:gd name="connsiteX57" fmla="*/ 9287089 w 12192000"/>
              <a:gd name="connsiteY57" fmla="*/ 303891 h 4939827"/>
              <a:gd name="connsiteX58" fmla="*/ 9371484 w 12192000"/>
              <a:gd name="connsiteY58" fmla="*/ 329634 h 4939827"/>
              <a:gd name="connsiteX59" fmla="*/ 9404829 w 12192000"/>
              <a:gd name="connsiteY59" fmla="*/ 339038 h 4939827"/>
              <a:gd name="connsiteX60" fmla="*/ 9427021 w 12192000"/>
              <a:gd name="connsiteY60" fmla="*/ 358784 h 4939827"/>
              <a:gd name="connsiteX61" fmla="*/ 9670844 w 12192000"/>
              <a:gd name="connsiteY61" fmla="*/ 405128 h 4939827"/>
              <a:gd name="connsiteX62" fmla="*/ 9816083 w 12192000"/>
              <a:gd name="connsiteY62" fmla="*/ 416573 h 4939827"/>
              <a:gd name="connsiteX63" fmla="*/ 9936741 w 12192000"/>
              <a:gd name="connsiteY63" fmla="*/ 437044 h 4939827"/>
              <a:gd name="connsiteX64" fmla="*/ 10050093 w 12192000"/>
              <a:gd name="connsiteY64" fmla="*/ 443783 h 4939827"/>
              <a:gd name="connsiteX65" fmla="*/ 10130090 w 12192000"/>
              <a:gd name="connsiteY65" fmla="*/ 459520 h 4939827"/>
              <a:gd name="connsiteX66" fmla="*/ 10173456 w 12192000"/>
              <a:gd name="connsiteY66" fmla="*/ 457749 h 4939827"/>
              <a:gd name="connsiteX67" fmla="*/ 10218232 w 12192000"/>
              <a:gd name="connsiteY67" fmla="*/ 459820 h 4939827"/>
              <a:gd name="connsiteX68" fmla="*/ 10354176 w 12192000"/>
              <a:gd name="connsiteY68" fmla="*/ 471377 h 4939827"/>
              <a:gd name="connsiteX69" fmla="*/ 10430681 w 12192000"/>
              <a:gd name="connsiteY69" fmla="*/ 481226 h 4939827"/>
              <a:gd name="connsiteX70" fmla="*/ 10478169 w 12192000"/>
              <a:gd name="connsiteY70" fmla="*/ 481774 h 4939827"/>
              <a:gd name="connsiteX71" fmla="*/ 10540907 w 12192000"/>
              <a:gd name="connsiteY71" fmla="*/ 485607 h 4939827"/>
              <a:gd name="connsiteX72" fmla="*/ 10614941 w 12192000"/>
              <a:gd name="connsiteY72" fmla="*/ 487592 h 4939827"/>
              <a:gd name="connsiteX73" fmla="*/ 10674098 w 12192000"/>
              <a:gd name="connsiteY73" fmla="*/ 521656 h 4939827"/>
              <a:gd name="connsiteX74" fmla="*/ 10874834 w 12192000"/>
              <a:gd name="connsiteY74" fmla="*/ 574867 h 4939827"/>
              <a:gd name="connsiteX75" fmla="*/ 10944981 w 12192000"/>
              <a:gd name="connsiteY75" fmla="*/ 615042 h 4939827"/>
              <a:gd name="connsiteX76" fmla="*/ 11006376 w 12192000"/>
              <a:gd name="connsiteY76" fmla="*/ 645957 h 4939827"/>
              <a:gd name="connsiteX77" fmla="*/ 11076308 w 12192000"/>
              <a:gd name="connsiteY77" fmla="*/ 675698 h 4939827"/>
              <a:gd name="connsiteX78" fmla="*/ 11148789 w 12192000"/>
              <a:gd name="connsiteY78" fmla="*/ 685041 h 4939827"/>
              <a:gd name="connsiteX79" fmla="*/ 11249129 w 12192000"/>
              <a:gd name="connsiteY79" fmla="*/ 684218 h 4939827"/>
              <a:gd name="connsiteX80" fmla="*/ 11299915 w 12192000"/>
              <a:gd name="connsiteY80" fmla="*/ 692177 h 4939827"/>
              <a:gd name="connsiteX81" fmla="*/ 11386973 w 12192000"/>
              <a:gd name="connsiteY81" fmla="*/ 708209 h 4939827"/>
              <a:gd name="connsiteX82" fmla="*/ 11500105 w 12192000"/>
              <a:gd name="connsiteY82" fmla="*/ 735014 h 4939827"/>
              <a:gd name="connsiteX83" fmla="*/ 11621735 w 12192000"/>
              <a:gd name="connsiteY83" fmla="*/ 789584 h 4939827"/>
              <a:gd name="connsiteX84" fmla="*/ 11691200 w 12192000"/>
              <a:gd name="connsiteY84" fmla="*/ 867902 h 4939827"/>
              <a:gd name="connsiteX85" fmla="*/ 11819427 w 12192000"/>
              <a:gd name="connsiteY85" fmla="*/ 911634 h 4939827"/>
              <a:gd name="connsiteX86" fmla="*/ 11969720 w 12192000"/>
              <a:gd name="connsiteY86" fmla="*/ 964737 h 4939827"/>
              <a:gd name="connsiteX87" fmla="*/ 12055766 w 12192000"/>
              <a:gd name="connsiteY87" fmla="*/ 991268 h 4939827"/>
              <a:gd name="connsiteX88" fmla="*/ 12171539 w 12192000"/>
              <a:gd name="connsiteY88" fmla="*/ 995427 h 4939827"/>
              <a:gd name="connsiteX89" fmla="*/ 12187831 w 12192000"/>
              <a:gd name="connsiteY89" fmla="*/ 996580 h 4939827"/>
              <a:gd name="connsiteX90" fmla="*/ 12192000 w 12192000"/>
              <a:gd name="connsiteY90" fmla="*/ 996726 h 4939827"/>
              <a:gd name="connsiteX91" fmla="*/ 12192000 w 12192000"/>
              <a:gd name="connsiteY91" fmla="*/ 4939827 h 4939827"/>
              <a:gd name="connsiteX92" fmla="*/ 0 w 12192000"/>
              <a:gd name="connsiteY92" fmla="*/ 4939827 h 4939827"/>
              <a:gd name="connsiteX93" fmla="*/ 0 w 12192000"/>
              <a:gd name="connsiteY93" fmla="*/ 512043 h 4939827"/>
              <a:gd name="connsiteX94" fmla="*/ 7381 w 12192000"/>
              <a:gd name="connsiteY94" fmla="*/ 512580 h 4939827"/>
              <a:gd name="connsiteX95" fmla="*/ 100029 w 12192000"/>
              <a:gd name="connsiteY95" fmla="*/ 504758 h 4939827"/>
              <a:gd name="connsiteX96" fmla="*/ 155244 w 12192000"/>
              <a:gd name="connsiteY96" fmla="*/ 525130 h 4939827"/>
              <a:gd name="connsiteX97" fmla="*/ 254366 w 12192000"/>
              <a:gd name="connsiteY97" fmla="*/ 534449 h 4939827"/>
              <a:gd name="connsiteX98" fmla="*/ 447292 w 12192000"/>
              <a:gd name="connsiteY98" fmla="*/ 542725 h 4939827"/>
              <a:gd name="connsiteX99" fmla="*/ 628105 w 12192000"/>
              <a:gd name="connsiteY99" fmla="*/ 547853 h 4939827"/>
              <a:gd name="connsiteX100" fmla="*/ 783146 w 12192000"/>
              <a:gd name="connsiteY100" fmla="*/ 591799 h 4939827"/>
              <a:gd name="connsiteX101" fmla="*/ 1043676 w 12192000"/>
              <a:gd name="connsiteY101" fmla="*/ 591887 h 4939827"/>
              <a:gd name="connsiteX102" fmla="*/ 1281816 w 12192000"/>
              <a:gd name="connsiteY102" fmla="*/ 520946 h 4939827"/>
              <a:gd name="connsiteX103" fmla="*/ 1486347 w 12192000"/>
              <a:gd name="connsiteY103" fmla="*/ 487310 h 4939827"/>
              <a:gd name="connsiteX104" fmla="*/ 1568079 w 12192000"/>
              <a:gd name="connsiteY104" fmla="*/ 462531 h 4939827"/>
              <a:gd name="connsiteX105" fmla="*/ 1622516 w 12192000"/>
              <a:gd name="connsiteY105" fmla="*/ 466058 h 4939827"/>
              <a:gd name="connsiteX106" fmla="*/ 1655457 w 12192000"/>
              <a:gd name="connsiteY106" fmla="*/ 465359 h 4939827"/>
              <a:gd name="connsiteX107" fmla="*/ 1717454 w 12192000"/>
              <a:gd name="connsiteY107" fmla="*/ 417203 h 4939827"/>
              <a:gd name="connsiteX108" fmla="*/ 1913794 w 12192000"/>
              <a:gd name="connsiteY108" fmla="*/ 365255 h 4939827"/>
              <a:gd name="connsiteX109" fmla="*/ 2129762 w 12192000"/>
              <a:gd name="connsiteY109" fmla="*/ 367832 h 4939827"/>
              <a:gd name="connsiteX110" fmla="*/ 2376970 w 12192000"/>
              <a:gd name="connsiteY110" fmla="*/ 350129 h 4939827"/>
              <a:gd name="connsiteX111" fmla="*/ 2480155 w 12192000"/>
              <a:gd name="connsiteY111" fmla="*/ 359227 h 4939827"/>
              <a:gd name="connsiteX112" fmla="*/ 2586782 w 12192000"/>
              <a:gd name="connsiteY112" fmla="*/ 339352 h 4939827"/>
              <a:gd name="connsiteX113" fmla="*/ 2654496 w 12192000"/>
              <a:gd name="connsiteY113" fmla="*/ 315431 h 4939827"/>
              <a:gd name="connsiteX114" fmla="*/ 2788947 w 12192000"/>
              <a:gd name="connsiteY114" fmla="*/ 250375 h 4939827"/>
              <a:gd name="connsiteX115" fmla="*/ 2885389 w 12192000"/>
              <a:gd name="connsiteY115" fmla="*/ 255259 h 4939827"/>
              <a:gd name="connsiteX116" fmla="*/ 3045916 w 12192000"/>
              <a:gd name="connsiteY116" fmla="*/ 261030 h 4939827"/>
              <a:gd name="connsiteX117" fmla="*/ 3074187 w 12192000"/>
              <a:gd name="connsiteY117" fmla="*/ 243226 h 4939827"/>
              <a:gd name="connsiteX118" fmla="*/ 3103677 w 12192000"/>
              <a:gd name="connsiteY118" fmla="*/ 209527 h 4939827"/>
              <a:gd name="connsiteX119" fmla="*/ 3126759 w 12192000"/>
              <a:gd name="connsiteY119" fmla="*/ 211226 h 4939827"/>
              <a:gd name="connsiteX120" fmla="*/ 3164020 w 12192000"/>
              <a:gd name="connsiteY120" fmla="*/ 212779 h 4939827"/>
              <a:gd name="connsiteX121" fmla="*/ 3285019 w 12192000"/>
              <a:gd name="connsiteY121" fmla="*/ 220535 h 4939827"/>
              <a:gd name="connsiteX122" fmla="*/ 3365154 w 12192000"/>
              <a:gd name="connsiteY122" fmla="*/ 226416 h 4939827"/>
              <a:gd name="connsiteX123" fmla="*/ 3367507 w 12192000"/>
              <a:gd name="connsiteY123" fmla="*/ 225416 h 4939827"/>
              <a:gd name="connsiteX124" fmla="*/ 3387567 w 12192000"/>
              <a:gd name="connsiteY124" fmla="*/ 227103 h 4939827"/>
              <a:gd name="connsiteX125" fmla="*/ 3424753 w 12192000"/>
              <a:gd name="connsiteY125" fmla="*/ 244380 h 4939827"/>
              <a:gd name="connsiteX126" fmla="*/ 3498001 w 12192000"/>
              <a:gd name="connsiteY126" fmla="*/ 231941 h 4939827"/>
              <a:gd name="connsiteX127" fmla="*/ 3561557 w 12192000"/>
              <a:gd name="connsiteY127" fmla="*/ 228095 h 4939827"/>
              <a:gd name="connsiteX128" fmla="*/ 3611920 w 12192000"/>
              <a:gd name="connsiteY128" fmla="*/ 218094 h 4939827"/>
              <a:gd name="connsiteX129" fmla="*/ 3620528 w 12192000"/>
              <a:gd name="connsiteY129" fmla="*/ 218788 h 4939827"/>
              <a:gd name="connsiteX130" fmla="*/ 3620766 w 12192000"/>
              <a:gd name="connsiteY130" fmla="*/ 218511 h 4939827"/>
              <a:gd name="connsiteX131" fmla="*/ 3629977 w 12192000"/>
              <a:gd name="connsiteY131" fmla="*/ 218664 h 4939827"/>
              <a:gd name="connsiteX132" fmla="*/ 3636217 w 12192000"/>
              <a:gd name="connsiteY132" fmla="*/ 220048 h 4939827"/>
              <a:gd name="connsiteX133" fmla="*/ 3709484 w 12192000"/>
              <a:gd name="connsiteY133" fmla="*/ 186927 h 4939827"/>
              <a:gd name="connsiteX134" fmla="*/ 3761342 w 12192000"/>
              <a:gd name="connsiteY134" fmla="*/ 177474 h 4939827"/>
              <a:gd name="connsiteX135" fmla="*/ 3799748 w 12192000"/>
              <a:gd name="connsiteY135" fmla="*/ 167154 h 4939827"/>
              <a:gd name="connsiteX136" fmla="*/ 3812225 w 12192000"/>
              <a:gd name="connsiteY136" fmla="*/ 189020 h 4939827"/>
              <a:gd name="connsiteX137" fmla="*/ 3864537 w 12192000"/>
              <a:gd name="connsiteY137" fmla="*/ 200742 h 4939827"/>
              <a:gd name="connsiteX138" fmla="*/ 4028476 w 12192000"/>
              <a:gd name="connsiteY138" fmla="*/ 223679 h 4939827"/>
              <a:gd name="connsiteX139" fmla="*/ 4191582 w 12192000"/>
              <a:gd name="connsiteY139" fmla="*/ 238952 h 4939827"/>
              <a:gd name="connsiteX140" fmla="*/ 4251024 w 12192000"/>
              <a:gd name="connsiteY140" fmla="*/ 240874 h 4939827"/>
              <a:gd name="connsiteX141" fmla="*/ 4355275 w 12192000"/>
              <a:gd name="connsiteY141" fmla="*/ 260205 h 4939827"/>
              <a:gd name="connsiteX142" fmla="*/ 4423807 w 12192000"/>
              <a:gd name="connsiteY142" fmla="*/ 270366 h 4939827"/>
              <a:gd name="connsiteX143" fmla="*/ 4558432 w 12192000"/>
              <a:gd name="connsiteY143" fmla="*/ 269194 h 4939827"/>
              <a:gd name="connsiteX144" fmla="*/ 4635061 w 12192000"/>
              <a:gd name="connsiteY144" fmla="*/ 280682 h 4939827"/>
              <a:gd name="connsiteX145" fmla="*/ 4807427 w 12192000"/>
              <a:gd name="connsiteY145" fmla="*/ 276835 h 4939827"/>
              <a:gd name="connsiteX146" fmla="*/ 5028933 w 12192000"/>
              <a:gd name="connsiteY146" fmla="*/ 183887 h 4939827"/>
              <a:gd name="connsiteX147" fmla="*/ 5093642 w 12192000"/>
              <a:gd name="connsiteY147" fmla="*/ 177214 h 4939827"/>
              <a:gd name="connsiteX148" fmla="*/ 5102642 w 12192000"/>
              <a:gd name="connsiteY148" fmla="*/ 186816 h 4939827"/>
              <a:gd name="connsiteX149" fmla="*/ 5193590 w 12192000"/>
              <a:gd name="connsiteY149" fmla="*/ 136361 h 4939827"/>
              <a:gd name="connsiteX150" fmla="*/ 5323922 w 12192000"/>
              <a:gd name="connsiteY150" fmla="*/ 146332 h 4939827"/>
              <a:gd name="connsiteX151" fmla="*/ 5421860 w 12192000"/>
              <a:gd name="connsiteY151" fmla="*/ 167298 h 4939827"/>
              <a:gd name="connsiteX152" fmla="*/ 5476948 w 12192000"/>
              <a:gd name="connsiteY152" fmla="*/ 173249 h 4939827"/>
              <a:gd name="connsiteX153" fmla="*/ 5516842 w 12192000"/>
              <a:gd name="connsiteY153" fmla="*/ 184018 h 4939827"/>
              <a:gd name="connsiteX154" fmla="*/ 5619415 w 12192000"/>
              <a:gd name="connsiteY154" fmla="*/ 176781 h 4939827"/>
              <a:gd name="connsiteX155" fmla="*/ 5789867 w 12192000"/>
              <a:gd name="connsiteY155" fmla="*/ 150304 h 4939827"/>
              <a:gd name="connsiteX156" fmla="*/ 5825953 w 12192000"/>
              <a:gd name="connsiteY156" fmla="*/ 147907 h 4939827"/>
              <a:gd name="connsiteX157" fmla="*/ 5856168 w 12192000"/>
              <a:gd name="connsiteY157" fmla="*/ 158719 h 4939827"/>
              <a:gd name="connsiteX158" fmla="*/ 5862476 w 12192000"/>
              <a:gd name="connsiteY158" fmla="*/ 172447 h 4939827"/>
              <a:gd name="connsiteX159" fmla="*/ 5882195 w 12192000"/>
              <a:gd name="connsiteY159" fmla="*/ 173195 h 4939827"/>
              <a:gd name="connsiteX160" fmla="*/ 5887271 w 12192000"/>
              <a:gd name="connsiteY160" fmla="*/ 176084 h 4939827"/>
              <a:gd name="connsiteX161" fmla="*/ 5916552 w 12192000"/>
              <a:gd name="connsiteY161" fmla="*/ 189955 h 4939827"/>
              <a:gd name="connsiteX162" fmla="*/ 5983240 w 12192000"/>
              <a:gd name="connsiteY162" fmla="*/ 152755 h 4939827"/>
              <a:gd name="connsiteX163" fmla="*/ 6152287 w 12192000"/>
              <a:gd name="connsiteY163" fmla="*/ 116736 h 4939827"/>
              <a:gd name="connsiteX164" fmla="*/ 6415830 w 12192000"/>
              <a:gd name="connsiteY164" fmla="*/ 136006 h 4939827"/>
              <a:gd name="connsiteX165" fmla="*/ 6756965 w 12192000"/>
              <a:gd name="connsiteY165" fmla="*/ 57636 h 4939827"/>
              <a:gd name="connsiteX166" fmla="*/ 6965101 w 12192000"/>
              <a:gd name="connsiteY166" fmla="*/ 25718 h 4939827"/>
              <a:gd name="connsiteX167" fmla="*/ 6986370 w 12192000"/>
              <a:gd name="connsiteY167" fmla="*/ 12659 h 4939827"/>
              <a:gd name="connsiteX168" fmla="*/ 6989536 w 12192000"/>
              <a:gd name="connsiteY168" fmla="*/ 14528 h 4939827"/>
              <a:gd name="connsiteX169" fmla="*/ 7015933 w 12192000"/>
              <a:gd name="connsiteY169" fmla="*/ 9653 h 4939827"/>
              <a:gd name="connsiteX170" fmla="*/ 7020592 w 12192000"/>
              <a:gd name="connsiteY170" fmla="*/ 1651 h 4939827"/>
              <a:gd name="connsiteX171" fmla="*/ 7025905 w 12192000"/>
              <a:gd name="connsiteY171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43464 w 12192000"/>
              <a:gd name="connsiteY12" fmla="*/ 68367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52584 w 12192000"/>
              <a:gd name="connsiteY17" fmla="*/ 170181 h 4939827"/>
              <a:gd name="connsiteX18" fmla="*/ 8009534 w 12192000"/>
              <a:gd name="connsiteY18" fmla="*/ 176441 h 4939827"/>
              <a:gd name="connsiteX19" fmla="*/ 8058681 w 12192000"/>
              <a:gd name="connsiteY19" fmla="*/ 219431 h 4939827"/>
              <a:gd name="connsiteX20" fmla="*/ 8126175 w 12192000"/>
              <a:gd name="connsiteY20" fmla="*/ 240005 h 4939827"/>
              <a:gd name="connsiteX21" fmla="*/ 8166439 w 12192000"/>
              <a:gd name="connsiteY21" fmla="*/ 252699 h 4939827"/>
              <a:gd name="connsiteX22" fmla="*/ 8281371 w 12192000"/>
              <a:gd name="connsiteY22" fmla="*/ 256875 h 4939827"/>
              <a:gd name="connsiteX23" fmla="*/ 8381609 w 12192000"/>
              <a:gd name="connsiteY23" fmla="*/ 240618 h 4939827"/>
              <a:gd name="connsiteX24" fmla="*/ 8406759 w 12192000"/>
              <a:gd name="connsiteY24" fmla="*/ 232517 h 4939827"/>
              <a:gd name="connsiteX25" fmla="*/ 8426506 w 12192000"/>
              <a:gd name="connsiteY25" fmla="*/ 241842 h 4939827"/>
              <a:gd name="connsiteX26" fmla="*/ 8427949 w 12192000"/>
              <a:gd name="connsiteY26" fmla="*/ 240981 h 4939827"/>
              <a:gd name="connsiteX27" fmla="*/ 8441468 w 12192000"/>
              <a:gd name="connsiteY27" fmla="*/ 241157 h 4939827"/>
              <a:gd name="connsiteX28" fmla="*/ 8565757 w 12192000"/>
              <a:gd name="connsiteY28" fmla="*/ 255317 h 4939827"/>
              <a:gd name="connsiteX29" fmla="*/ 8573171 w 12192000"/>
              <a:gd name="connsiteY29" fmla="*/ 258426 h 4939827"/>
              <a:gd name="connsiteX30" fmla="*/ 8573548 w 12192000"/>
              <a:gd name="connsiteY30" fmla="*/ 258241 h 4939827"/>
              <a:gd name="connsiteX31" fmla="*/ 8581827 w 12192000"/>
              <a:gd name="connsiteY31" fmla="*/ 261028 h 4939827"/>
              <a:gd name="connsiteX32" fmla="*/ 8586687 w 12192000"/>
              <a:gd name="connsiteY32" fmla="*/ 264089 h 4939827"/>
              <a:gd name="connsiteX33" fmla="*/ 8601067 w 12192000"/>
              <a:gd name="connsiteY33" fmla="*/ 270114 h 4939827"/>
              <a:gd name="connsiteX34" fmla="*/ 8672650 w 12192000"/>
              <a:gd name="connsiteY34" fmla="*/ 254821 h 4939827"/>
              <a:gd name="connsiteX35" fmla="*/ 8785543 w 12192000"/>
              <a:gd name="connsiteY35" fmla="*/ 263406 h 4939827"/>
              <a:gd name="connsiteX36" fmla="*/ 8830588 w 12192000"/>
              <a:gd name="connsiteY36" fmla="*/ 265483 h 4939827"/>
              <a:gd name="connsiteX37" fmla="*/ 8905142 w 12192000"/>
              <a:gd name="connsiteY37" fmla="*/ 264958 h 4939827"/>
              <a:gd name="connsiteX38" fmla="*/ 8968582 w 12192000"/>
              <a:gd name="connsiteY38" fmla="*/ 262728 h 4939827"/>
              <a:gd name="connsiteX39" fmla="*/ 8972994 w 12192000"/>
              <a:gd name="connsiteY39" fmla="*/ 263284 h 4939827"/>
              <a:gd name="connsiteX40" fmla="*/ 9004605 w 12192000"/>
              <a:gd name="connsiteY40" fmla="*/ 258041 h 4939827"/>
              <a:gd name="connsiteX41" fmla="*/ 9016165 w 12192000"/>
              <a:gd name="connsiteY41" fmla="*/ 261258 h 4939827"/>
              <a:gd name="connsiteX42" fmla="*/ 9043297 w 12192000"/>
              <a:gd name="connsiteY42" fmla="*/ 281547 h 4939827"/>
              <a:gd name="connsiteX43" fmla="*/ 9048315 w 12192000"/>
              <a:gd name="connsiteY43" fmla="*/ 279264 h 4939827"/>
              <a:gd name="connsiteX44" fmla="*/ 9054706 w 12192000"/>
              <a:gd name="connsiteY44" fmla="*/ 278538 h 4939827"/>
              <a:gd name="connsiteX45" fmla="*/ 9070919 w 12192000"/>
              <a:gd name="connsiteY45" fmla="*/ 281810 h 4939827"/>
              <a:gd name="connsiteX46" fmla="*/ 9076813 w 12192000"/>
              <a:gd name="connsiteY46" fmla="*/ 283909 h 4939827"/>
              <a:gd name="connsiteX47" fmla="*/ 9085871 w 12192000"/>
              <a:gd name="connsiteY47" fmla="*/ 285133 h 4939827"/>
              <a:gd name="connsiteX48" fmla="*/ 9086159 w 12192000"/>
              <a:gd name="connsiteY48" fmla="*/ 284887 h 4939827"/>
              <a:gd name="connsiteX49" fmla="*/ 9134606 w 12192000"/>
              <a:gd name="connsiteY49" fmla="*/ 288168 h 4939827"/>
              <a:gd name="connsiteX50" fmla="*/ 9195590 w 12192000"/>
              <a:gd name="connsiteY50" fmla="*/ 279568 h 4939827"/>
              <a:gd name="connsiteX51" fmla="*/ 9219336 w 12192000"/>
              <a:gd name="connsiteY51" fmla="*/ 278133 h 4939827"/>
              <a:gd name="connsiteX52" fmla="*/ 9232362 w 12192000"/>
              <a:gd name="connsiteY52" fmla="*/ 275894 h 4939827"/>
              <a:gd name="connsiteX53" fmla="*/ 9233396 w 12192000"/>
              <a:gd name="connsiteY53" fmla="*/ 274803 h 4939827"/>
              <a:gd name="connsiteX54" fmla="*/ 9256213 w 12192000"/>
              <a:gd name="connsiteY54" fmla="*/ 281576 h 4939827"/>
              <a:gd name="connsiteX55" fmla="*/ 9262377 w 12192000"/>
              <a:gd name="connsiteY55" fmla="*/ 286635 h 4939827"/>
              <a:gd name="connsiteX56" fmla="*/ 9287089 w 12192000"/>
              <a:gd name="connsiteY56" fmla="*/ 303891 h 4939827"/>
              <a:gd name="connsiteX57" fmla="*/ 9371484 w 12192000"/>
              <a:gd name="connsiteY57" fmla="*/ 329634 h 4939827"/>
              <a:gd name="connsiteX58" fmla="*/ 9404829 w 12192000"/>
              <a:gd name="connsiteY58" fmla="*/ 339038 h 4939827"/>
              <a:gd name="connsiteX59" fmla="*/ 9427021 w 12192000"/>
              <a:gd name="connsiteY59" fmla="*/ 358784 h 4939827"/>
              <a:gd name="connsiteX60" fmla="*/ 9670844 w 12192000"/>
              <a:gd name="connsiteY60" fmla="*/ 405128 h 4939827"/>
              <a:gd name="connsiteX61" fmla="*/ 9816083 w 12192000"/>
              <a:gd name="connsiteY61" fmla="*/ 416573 h 4939827"/>
              <a:gd name="connsiteX62" fmla="*/ 9936741 w 12192000"/>
              <a:gd name="connsiteY62" fmla="*/ 437044 h 4939827"/>
              <a:gd name="connsiteX63" fmla="*/ 10050093 w 12192000"/>
              <a:gd name="connsiteY63" fmla="*/ 443783 h 4939827"/>
              <a:gd name="connsiteX64" fmla="*/ 10130090 w 12192000"/>
              <a:gd name="connsiteY64" fmla="*/ 459520 h 4939827"/>
              <a:gd name="connsiteX65" fmla="*/ 10173456 w 12192000"/>
              <a:gd name="connsiteY65" fmla="*/ 457749 h 4939827"/>
              <a:gd name="connsiteX66" fmla="*/ 10218232 w 12192000"/>
              <a:gd name="connsiteY66" fmla="*/ 459820 h 4939827"/>
              <a:gd name="connsiteX67" fmla="*/ 10354176 w 12192000"/>
              <a:gd name="connsiteY67" fmla="*/ 471377 h 4939827"/>
              <a:gd name="connsiteX68" fmla="*/ 10430681 w 12192000"/>
              <a:gd name="connsiteY68" fmla="*/ 481226 h 4939827"/>
              <a:gd name="connsiteX69" fmla="*/ 10478169 w 12192000"/>
              <a:gd name="connsiteY69" fmla="*/ 481774 h 4939827"/>
              <a:gd name="connsiteX70" fmla="*/ 10540907 w 12192000"/>
              <a:gd name="connsiteY70" fmla="*/ 485607 h 4939827"/>
              <a:gd name="connsiteX71" fmla="*/ 10614941 w 12192000"/>
              <a:gd name="connsiteY71" fmla="*/ 487592 h 4939827"/>
              <a:gd name="connsiteX72" fmla="*/ 10674098 w 12192000"/>
              <a:gd name="connsiteY72" fmla="*/ 521656 h 4939827"/>
              <a:gd name="connsiteX73" fmla="*/ 10874834 w 12192000"/>
              <a:gd name="connsiteY73" fmla="*/ 574867 h 4939827"/>
              <a:gd name="connsiteX74" fmla="*/ 10944981 w 12192000"/>
              <a:gd name="connsiteY74" fmla="*/ 615042 h 4939827"/>
              <a:gd name="connsiteX75" fmla="*/ 11006376 w 12192000"/>
              <a:gd name="connsiteY75" fmla="*/ 645957 h 4939827"/>
              <a:gd name="connsiteX76" fmla="*/ 11076308 w 12192000"/>
              <a:gd name="connsiteY76" fmla="*/ 675698 h 4939827"/>
              <a:gd name="connsiteX77" fmla="*/ 11148789 w 12192000"/>
              <a:gd name="connsiteY77" fmla="*/ 685041 h 4939827"/>
              <a:gd name="connsiteX78" fmla="*/ 11249129 w 12192000"/>
              <a:gd name="connsiteY78" fmla="*/ 684218 h 4939827"/>
              <a:gd name="connsiteX79" fmla="*/ 11299915 w 12192000"/>
              <a:gd name="connsiteY79" fmla="*/ 692177 h 4939827"/>
              <a:gd name="connsiteX80" fmla="*/ 11386973 w 12192000"/>
              <a:gd name="connsiteY80" fmla="*/ 708209 h 4939827"/>
              <a:gd name="connsiteX81" fmla="*/ 11500105 w 12192000"/>
              <a:gd name="connsiteY81" fmla="*/ 735014 h 4939827"/>
              <a:gd name="connsiteX82" fmla="*/ 11621735 w 12192000"/>
              <a:gd name="connsiteY82" fmla="*/ 789584 h 4939827"/>
              <a:gd name="connsiteX83" fmla="*/ 11691200 w 12192000"/>
              <a:gd name="connsiteY83" fmla="*/ 867902 h 4939827"/>
              <a:gd name="connsiteX84" fmla="*/ 11819427 w 12192000"/>
              <a:gd name="connsiteY84" fmla="*/ 911634 h 4939827"/>
              <a:gd name="connsiteX85" fmla="*/ 11969720 w 12192000"/>
              <a:gd name="connsiteY85" fmla="*/ 964737 h 4939827"/>
              <a:gd name="connsiteX86" fmla="*/ 12055766 w 12192000"/>
              <a:gd name="connsiteY86" fmla="*/ 991268 h 4939827"/>
              <a:gd name="connsiteX87" fmla="*/ 12171539 w 12192000"/>
              <a:gd name="connsiteY87" fmla="*/ 995427 h 4939827"/>
              <a:gd name="connsiteX88" fmla="*/ 12187831 w 12192000"/>
              <a:gd name="connsiteY88" fmla="*/ 996580 h 4939827"/>
              <a:gd name="connsiteX89" fmla="*/ 12192000 w 12192000"/>
              <a:gd name="connsiteY89" fmla="*/ 996726 h 4939827"/>
              <a:gd name="connsiteX90" fmla="*/ 12192000 w 12192000"/>
              <a:gd name="connsiteY90" fmla="*/ 4939827 h 4939827"/>
              <a:gd name="connsiteX91" fmla="*/ 0 w 12192000"/>
              <a:gd name="connsiteY91" fmla="*/ 4939827 h 4939827"/>
              <a:gd name="connsiteX92" fmla="*/ 0 w 12192000"/>
              <a:gd name="connsiteY92" fmla="*/ 512043 h 4939827"/>
              <a:gd name="connsiteX93" fmla="*/ 7381 w 12192000"/>
              <a:gd name="connsiteY93" fmla="*/ 512580 h 4939827"/>
              <a:gd name="connsiteX94" fmla="*/ 100029 w 12192000"/>
              <a:gd name="connsiteY94" fmla="*/ 504758 h 4939827"/>
              <a:gd name="connsiteX95" fmla="*/ 155244 w 12192000"/>
              <a:gd name="connsiteY95" fmla="*/ 525130 h 4939827"/>
              <a:gd name="connsiteX96" fmla="*/ 254366 w 12192000"/>
              <a:gd name="connsiteY96" fmla="*/ 534449 h 4939827"/>
              <a:gd name="connsiteX97" fmla="*/ 447292 w 12192000"/>
              <a:gd name="connsiteY97" fmla="*/ 542725 h 4939827"/>
              <a:gd name="connsiteX98" fmla="*/ 628105 w 12192000"/>
              <a:gd name="connsiteY98" fmla="*/ 547853 h 4939827"/>
              <a:gd name="connsiteX99" fmla="*/ 783146 w 12192000"/>
              <a:gd name="connsiteY99" fmla="*/ 591799 h 4939827"/>
              <a:gd name="connsiteX100" fmla="*/ 1043676 w 12192000"/>
              <a:gd name="connsiteY100" fmla="*/ 591887 h 4939827"/>
              <a:gd name="connsiteX101" fmla="*/ 1281816 w 12192000"/>
              <a:gd name="connsiteY101" fmla="*/ 520946 h 4939827"/>
              <a:gd name="connsiteX102" fmla="*/ 1486347 w 12192000"/>
              <a:gd name="connsiteY102" fmla="*/ 487310 h 4939827"/>
              <a:gd name="connsiteX103" fmla="*/ 1568079 w 12192000"/>
              <a:gd name="connsiteY103" fmla="*/ 462531 h 4939827"/>
              <a:gd name="connsiteX104" fmla="*/ 1622516 w 12192000"/>
              <a:gd name="connsiteY104" fmla="*/ 466058 h 4939827"/>
              <a:gd name="connsiteX105" fmla="*/ 1655457 w 12192000"/>
              <a:gd name="connsiteY105" fmla="*/ 465359 h 4939827"/>
              <a:gd name="connsiteX106" fmla="*/ 1717454 w 12192000"/>
              <a:gd name="connsiteY106" fmla="*/ 417203 h 4939827"/>
              <a:gd name="connsiteX107" fmla="*/ 1913794 w 12192000"/>
              <a:gd name="connsiteY107" fmla="*/ 365255 h 4939827"/>
              <a:gd name="connsiteX108" fmla="*/ 2129762 w 12192000"/>
              <a:gd name="connsiteY108" fmla="*/ 367832 h 4939827"/>
              <a:gd name="connsiteX109" fmla="*/ 2376970 w 12192000"/>
              <a:gd name="connsiteY109" fmla="*/ 350129 h 4939827"/>
              <a:gd name="connsiteX110" fmla="*/ 2480155 w 12192000"/>
              <a:gd name="connsiteY110" fmla="*/ 359227 h 4939827"/>
              <a:gd name="connsiteX111" fmla="*/ 2586782 w 12192000"/>
              <a:gd name="connsiteY111" fmla="*/ 339352 h 4939827"/>
              <a:gd name="connsiteX112" fmla="*/ 2654496 w 12192000"/>
              <a:gd name="connsiteY112" fmla="*/ 315431 h 4939827"/>
              <a:gd name="connsiteX113" fmla="*/ 2788947 w 12192000"/>
              <a:gd name="connsiteY113" fmla="*/ 250375 h 4939827"/>
              <a:gd name="connsiteX114" fmla="*/ 2885389 w 12192000"/>
              <a:gd name="connsiteY114" fmla="*/ 255259 h 4939827"/>
              <a:gd name="connsiteX115" fmla="*/ 3045916 w 12192000"/>
              <a:gd name="connsiteY115" fmla="*/ 261030 h 4939827"/>
              <a:gd name="connsiteX116" fmla="*/ 3074187 w 12192000"/>
              <a:gd name="connsiteY116" fmla="*/ 243226 h 4939827"/>
              <a:gd name="connsiteX117" fmla="*/ 3103677 w 12192000"/>
              <a:gd name="connsiteY117" fmla="*/ 209527 h 4939827"/>
              <a:gd name="connsiteX118" fmla="*/ 3126759 w 12192000"/>
              <a:gd name="connsiteY118" fmla="*/ 211226 h 4939827"/>
              <a:gd name="connsiteX119" fmla="*/ 3164020 w 12192000"/>
              <a:gd name="connsiteY119" fmla="*/ 212779 h 4939827"/>
              <a:gd name="connsiteX120" fmla="*/ 3285019 w 12192000"/>
              <a:gd name="connsiteY120" fmla="*/ 220535 h 4939827"/>
              <a:gd name="connsiteX121" fmla="*/ 3365154 w 12192000"/>
              <a:gd name="connsiteY121" fmla="*/ 226416 h 4939827"/>
              <a:gd name="connsiteX122" fmla="*/ 3367507 w 12192000"/>
              <a:gd name="connsiteY122" fmla="*/ 225416 h 4939827"/>
              <a:gd name="connsiteX123" fmla="*/ 3387567 w 12192000"/>
              <a:gd name="connsiteY123" fmla="*/ 227103 h 4939827"/>
              <a:gd name="connsiteX124" fmla="*/ 3424753 w 12192000"/>
              <a:gd name="connsiteY124" fmla="*/ 244380 h 4939827"/>
              <a:gd name="connsiteX125" fmla="*/ 3498001 w 12192000"/>
              <a:gd name="connsiteY125" fmla="*/ 231941 h 4939827"/>
              <a:gd name="connsiteX126" fmla="*/ 3561557 w 12192000"/>
              <a:gd name="connsiteY126" fmla="*/ 228095 h 4939827"/>
              <a:gd name="connsiteX127" fmla="*/ 3611920 w 12192000"/>
              <a:gd name="connsiteY127" fmla="*/ 218094 h 4939827"/>
              <a:gd name="connsiteX128" fmla="*/ 3620528 w 12192000"/>
              <a:gd name="connsiteY128" fmla="*/ 218788 h 4939827"/>
              <a:gd name="connsiteX129" fmla="*/ 3620766 w 12192000"/>
              <a:gd name="connsiteY129" fmla="*/ 218511 h 4939827"/>
              <a:gd name="connsiteX130" fmla="*/ 3629977 w 12192000"/>
              <a:gd name="connsiteY130" fmla="*/ 218664 h 4939827"/>
              <a:gd name="connsiteX131" fmla="*/ 3636217 w 12192000"/>
              <a:gd name="connsiteY131" fmla="*/ 220048 h 4939827"/>
              <a:gd name="connsiteX132" fmla="*/ 3709484 w 12192000"/>
              <a:gd name="connsiteY132" fmla="*/ 186927 h 4939827"/>
              <a:gd name="connsiteX133" fmla="*/ 3761342 w 12192000"/>
              <a:gd name="connsiteY133" fmla="*/ 177474 h 4939827"/>
              <a:gd name="connsiteX134" fmla="*/ 3799748 w 12192000"/>
              <a:gd name="connsiteY134" fmla="*/ 167154 h 4939827"/>
              <a:gd name="connsiteX135" fmla="*/ 3812225 w 12192000"/>
              <a:gd name="connsiteY135" fmla="*/ 189020 h 4939827"/>
              <a:gd name="connsiteX136" fmla="*/ 3864537 w 12192000"/>
              <a:gd name="connsiteY136" fmla="*/ 200742 h 4939827"/>
              <a:gd name="connsiteX137" fmla="*/ 4028476 w 12192000"/>
              <a:gd name="connsiteY137" fmla="*/ 223679 h 4939827"/>
              <a:gd name="connsiteX138" fmla="*/ 4191582 w 12192000"/>
              <a:gd name="connsiteY138" fmla="*/ 238952 h 4939827"/>
              <a:gd name="connsiteX139" fmla="*/ 4251024 w 12192000"/>
              <a:gd name="connsiteY139" fmla="*/ 240874 h 4939827"/>
              <a:gd name="connsiteX140" fmla="*/ 4355275 w 12192000"/>
              <a:gd name="connsiteY140" fmla="*/ 260205 h 4939827"/>
              <a:gd name="connsiteX141" fmla="*/ 4423807 w 12192000"/>
              <a:gd name="connsiteY141" fmla="*/ 270366 h 4939827"/>
              <a:gd name="connsiteX142" fmla="*/ 4558432 w 12192000"/>
              <a:gd name="connsiteY142" fmla="*/ 269194 h 4939827"/>
              <a:gd name="connsiteX143" fmla="*/ 4635061 w 12192000"/>
              <a:gd name="connsiteY143" fmla="*/ 280682 h 4939827"/>
              <a:gd name="connsiteX144" fmla="*/ 4807427 w 12192000"/>
              <a:gd name="connsiteY144" fmla="*/ 276835 h 4939827"/>
              <a:gd name="connsiteX145" fmla="*/ 5028933 w 12192000"/>
              <a:gd name="connsiteY145" fmla="*/ 183887 h 4939827"/>
              <a:gd name="connsiteX146" fmla="*/ 5093642 w 12192000"/>
              <a:gd name="connsiteY146" fmla="*/ 177214 h 4939827"/>
              <a:gd name="connsiteX147" fmla="*/ 5102642 w 12192000"/>
              <a:gd name="connsiteY147" fmla="*/ 186816 h 4939827"/>
              <a:gd name="connsiteX148" fmla="*/ 5193590 w 12192000"/>
              <a:gd name="connsiteY148" fmla="*/ 136361 h 4939827"/>
              <a:gd name="connsiteX149" fmla="*/ 5323922 w 12192000"/>
              <a:gd name="connsiteY149" fmla="*/ 146332 h 4939827"/>
              <a:gd name="connsiteX150" fmla="*/ 5421860 w 12192000"/>
              <a:gd name="connsiteY150" fmla="*/ 167298 h 4939827"/>
              <a:gd name="connsiteX151" fmla="*/ 5476948 w 12192000"/>
              <a:gd name="connsiteY151" fmla="*/ 173249 h 4939827"/>
              <a:gd name="connsiteX152" fmla="*/ 5516842 w 12192000"/>
              <a:gd name="connsiteY152" fmla="*/ 184018 h 4939827"/>
              <a:gd name="connsiteX153" fmla="*/ 5619415 w 12192000"/>
              <a:gd name="connsiteY153" fmla="*/ 176781 h 4939827"/>
              <a:gd name="connsiteX154" fmla="*/ 5789867 w 12192000"/>
              <a:gd name="connsiteY154" fmla="*/ 150304 h 4939827"/>
              <a:gd name="connsiteX155" fmla="*/ 5825953 w 12192000"/>
              <a:gd name="connsiteY155" fmla="*/ 147907 h 4939827"/>
              <a:gd name="connsiteX156" fmla="*/ 5856168 w 12192000"/>
              <a:gd name="connsiteY156" fmla="*/ 158719 h 4939827"/>
              <a:gd name="connsiteX157" fmla="*/ 5862476 w 12192000"/>
              <a:gd name="connsiteY157" fmla="*/ 172447 h 4939827"/>
              <a:gd name="connsiteX158" fmla="*/ 5882195 w 12192000"/>
              <a:gd name="connsiteY158" fmla="*/ 173195 h 4939827"/>
              <a:gd name="connsiteX159" fmla="*/ 5887271 w 12192000"/>
              <a:gd name="connsiteY159" fmla="*/ 176084 h 4939827"/>
              <a:gd name="connsiteX160" fmla="*/ 5916552 w 12192000"/>
              <a:gd name="connsiteY160" fmla="*/ 189955 h 4939827"/>
              <a:gd name="connsiteX161" fmla="*/ 5983240 w 12192000"/>
              <a:gd name="connsiteY161" fmla="*/ 152755 h 4939827"/>
              <a:gd name="connsiteX162" fmla="*/ 6152287 w 12192000"/>
              <a:gd name="connsiteY162" fmla="*/ 116736 h 4939827"/>
              <a:gd name="connsiteX163" fmla="*/ 6415830 w 12192000"/>
              <a:gd name="connsiteY163" fmla="*/ 136006 h 4939827"/>
              <a:gd name="connsiteX164" fmla="*/ 6756965 w 12192000"/>
              <a:gd name="connsiteY164" fmla="*/ 57636 h 4939827"/>
              <a:gd name="connsiteX165" fmla="*/ 6965101 w 12192000"/>
              <a:gd name="connsiteY165" fmla="*/ 25718 h 4939827"/>
              <a:gd name="connsiteX166" fmla="*/ 6986370 w 12192000"/>
              <a:gd name="connsiteY166" fmla="*/ 12659 h 4939827"/>
              <a:gd name="connsiteX167" fmla="*/ 6989536 w 12192000"/>
              <a:gd name="connsiteY167" fmla="*/ 14528 h 4939827"/>
              <a:gd name="connsiteX168" fmla="*/ 7015933 w 12192000"/>
              <a:gd name="connsiteY168" fmla="*/ 9653 h 4939827"/>
              <a:gd name="connsiteX169" fmla="*/ 7020592 w 12192000"/>
              <a:gd name="connsiteY169" fmla="*/ 1651 h 4939827"/>
              <a:gd name="connsiteX170" fmla="*/ 7025905 w 12192000"/>
              <a:gd name="connsiteY170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52584 w 12192000"/>
              <a:gd name="connsiteY17" fmla="*/ 170181 h 4939827"/>
              <a:gd name="connsiteX18" fmla="*/ 8009534 w 12192000"/>
              <a:gd name="connsiteY18" fmla="*/ 176441 h 4939827"/>
              <a:gd name="connsiteX19" fmla="*/ 8058681 w 12192000"/>
              <a:gd name="connsiteY19" fmla="*/ 219431 h 4939827"/>
              <a:gd name="connsiteX20" fmla="*/ 8126175 w 12192000"/>
              <a:gd name="connsiteY20" fmla="*/ 240005 h 4939827"/>
              <a:gd name="connsiteX21" fmla="*/ 8166439 w 12192000"/>
              <a:gd name="connsiteY21" fmla="*/ 252699 h 4939827"/>
              <a:gd name="connsiteX22" fmla="*/ 8281371 w 12192000"/>
              <a:gd name="connsiteY22" fmla="*/ 256875 h 4939827"/>
              <a:gd name="connsiteX23" fmla="*/ 8381609 w 12192000"/>
              <a:gd name="connsiteY23" fmla="*/ 240618 h 4939827"/>
              <a:gd name="connsiteX24" fmla="*/ 8406759 w 12192000"/>
              <a:gd name="connsiteY24" fmla="*/ 232517 h 4939827"/>
              <a:gd name="connsiteX25" fmla="*/ 8426506 w 12192000"/>
              <a:gd name="connsiteY25" fmla="*/ 241842 h 4939827"/>
              <a:gd name="connsiteX26" fmla="*/ 8427949 w 12192000"/>
              <a:gd name="connsiteY26" fmla="*/ 240981 h 4939827"/>
              <a:gd name="connsiteX27" fmla="*/ 8441468 w 12192000"/>
              <a:gd name="connsiteY27" fmla="*/ 241157 h 4939827"/>
              <a:gd name="connsiteX28" fmla="*/ 8565757 w 12192000"/>
              <a:gd name="connsiteY28" fmla="*/ 255317 h 4939827"/>
              <a:gd name="connsiteX29" fmla="*/ 8573171 w 12192000"/>
              <a:gd name="connsiteY29" fmla="*/ 258426 h 4939827"/>
              <a:gd name="connsiteX30" fmla="*/ 8573548 w 12192000"/>
              <a:gd name="connsiteY30" fmla="*/ 258241 h 4939827"/>
              <a:gd name="connsiteX31" fmla="*/ 8581827 w 12192000"/>
              <a:gd name="connsiteY31" fmla="*/ 261028 h 4939827"/>
              <a:gd name="connsiteX32" fmla="*/ 8586687 w 12192000"/>
              <a:gd name="connsiteY32" fmla="*/ 264089 h 4939827"/>
              <a:gd name="connsiteX33" fmla="*/ 8601067 w 12192000"/>
              <a:gd name="connsiteY33" fmla="*/ 270114 h 4939827"/>
              <a:gd name="connsiteX34" fmla="*/ 8672650 w 12192000"/>
              <a:gd name="connsiteY34" fmla="*/ 254821 h 4939827"/>
              <a:gd name="connsiteX35" fmla="*/ 8785543 w 12192000"/>
              <a:gd name="connsiteY35" fmla="*/ 263406 h 4939827"/>
              <a:gd name="connsiteX36" fmla="*/ 8830588 w 12192000"/>
              <a:gd name="connsiteY36" fmla="*/ 265483 h 4939827"/>
              <a:gd name="connsiteX37" fmla="*/ 8905142 w 12192000"/>
              <a:gd name="connsiteY37" fmla="*/ 264958 h 4939827"/>
              <a:gd name="connsiteX38" fmla="*/ 8968582 w 12192000"/>
              <a:gd name="connsiteY38" fmla="*/ 262728 h 4939827"/>
              <a:gd name="connsiteX39" fmla="*/ 8972994 w 12192000"/>
              <a:gd name="connsiteY39" fmla="*/ 263284 h 4939827"/>
              <a:gd name="connsiteX40" fmla="*/ 9004605 w 12192000"/>
              <a:gd name="connsiteY40" fmla="*/ 258041 h 4939827"/>
              <a:gd name="connsiteX41" fmla="*/ 9016165 w 12192000"/>
              <a:gd name="connsiteY41" fmla="*/ 261258 h 4939827"/>
              <a:gd name="connsiteX42" fmla="*/ 9043297 w 12192000"/>
              <a:gd name="connsiteY42" fmla="*/ 281547 h 4939827"/>
              <a:gd name="connsiteX43" fmla="*/ 9048315 w 12192000"/>
              <a:gd name="connsiteY43" fmla="*/ 279264 h 4939827"/>
              <a:gd name="connsiteX44" fmla="*/ 9054706 w 12192000"/>
              <a:gd name="connsiteY44" fmla="*/ 278538 h 4939827"/>
              <a:gd name="connsiteX45" fmla="*/ 9070919 w 12192000"/>
              <a:gd name="connsiteY45" fmla="*/ 281810 h 4939827"/>
              <a:gd name="connsiteX46" fmla="*/ 9076813 w 12192000"/>
              <a:gd name="connsiteY46" fmla="*/ 283909 h 4939827"/>
              <a:gd name="connsiteX47" fmla="*/ 9085871 w 12192000"/>
              <a:gd name="connsiteY47" fmla="*/ 285133 h 4939827"/>
              <a:gd name="connsiteX48" fmla="*/ 9086159 w 12192000"/>
              <a:gd name="connsiteY48" fmla="*/ 284887 h 4939827"/>
              <a:gd name="connsiteX49" fmla="*/ 9134606 w 12192000"/>
              <a:gd name="connsiteY49" fmla="*/ 288168 h 4939827"/>
              <a:gd name="connsiteX50" fmla="*/ 9195590 w 12192000"/>
              <a:gd name="connsiteY50" fmla="*/ 279568 h 4939827"/>
              <a:gd name="connsiteX51" fmla="*/ 9219336 w 12192000"/>
              <a:gd name="connsiteY51" fmla="*/ 278133 h 4939827"/>
              <a:gd name="connsiteX52" fmla="*/ 9232362 w 12192000"/>
              <a:gd name="connsiteY52" fmla="*/ 275894 h 4939827"/>
              <a:gd name="connsiteX53" fmla="*/ 9233396 w 12192000"/>
              <a:gd name="connsiteY53" fmla="*/ 274803 h 4939827"/>
              <a:gd name="connsiteX54" fmla="*/ 9256213 w 12192000"/>
              <a:gd name="connsiteY54" fmla="*/ 281576 h 4939827"/>
              <a:gd name="connsiteX55" fmla="*/ 9262377 w 12192000"/>
              <a:gd name="connsiteY55" fmla="*/ 286635 h 4939827"/>
              <a:gd name="connsiteX56" fmla="*/ 9287089 w 12192000"/>
              <a:gd name="connsiteY56" fmla="*/ 303891 h 4939827"/>
              <a:gd name="connsiteX57" fmla="*/ 9371484 w 12192000"/>
              <a:gd name="connsiteY57" fmla="*/ 329634 h 4939827"/>
              <a:gd name="connsiteX58" fmla="*/ 9404829 w 12192000"/>
              <a:gd name="connsiteY58" fmla="*/ 339038 h 4939827"/>
              <a:gd name="connsiteX59" fmla="*/ 9427021 w 12192000"/>
              <a:gd name="connsiteY59" fmla="*/ 358784 h 4939827"/>
              <a:gd name="connsiteX60" fmla="*/ 9670844 w 12192000"/>
              <a:gd name="connsiteY60" fmla="*/ 405128 h 4939827"/>
              <a:gd name="connsiteX61" fmla="*/ 9816083 w 12192000"/>
              <a:gd name="connsiteY61" fmla="*/ 416573 h 4939827"/>
              <a:gd name="connsiteX62" fmla="*/ 9936741 w 12192000"/>
              <a:gd name="connsiteY62" fmla="*/ 437044 h 4939827"/>
              <a:gd name="connsiteX63" fmla="*/ 10050093 w 12192000"/>
              <a:gd name="connsiteY63" fmla="*/ 443783 h 4939827"/>
              <a:gd name="connsiteX64" fmla="*/ 10130090 w 12192000"/>
              <a:gd name="connsiteY64" fmla="*/ 459520 h 4939827"/>
              <a:gd name="connsiteX65" fmla="*/ 10173456 w 12192000"/>
              <a:gd name="connsiteY65" fmla="*/ 457749 h 4939827"/>
              <a:gd name="connsiteX66" fmla="*/ 10218232 w 12192000"/>
              <a:gd name="connsiteY66" fmla="*/ 459820 h 4939827"/>
              <a:gd name="connsiteX67" fmla="*/ 10354176 w 12192000"/>
              <a:gd name="connsiteY67" fmla="*/ 471377 h 4939827"/>
              <a:gd name="connsiteX68" fmla="*/ 10430681 w 12192000"/>
              <a:gd name="connsiteY68" fmla="*/ 481226 h 4939827"/>
              <a:gd name="connsiteX69" fmla="*/ 10478169 w 12192000"/>
              <a:gd name="connsiteY69" fmla="*/ 481774 h 4939827"/>
              <a:gd name="connsiteX70" fmla="*/ 10540907 w 12192000"/>
              <a:gd name="connsiteY70" fmla="*/ 485607 h 4939827"/>
              <a:gd name="connsiteX71" fmla="*/ 10614941 w 12192000"/>
              <a:gd name="connsiteY71" fmla="*/ 487592 h 4939827"/>
              <a:gd name="connsiteX72" fmla="*/ 10674098 w 12192000"/>
              <a:gd name="connsiteY72" fmla="*/ 521656 h 4939827"/>
              <a:gd name="connsiteX73" fmla="*/ 10874834 w 12192000"/>
              <a:gd name="connsiteY73" fmla="*/ 574867 h 4939827"/>
              <a:gd name="connsiteX74" fmla="*/ 10944981 w 12192000"/>
              <a:gd name="connsiteY74" fmla="*/ 615042 h 4939827"/>
              <a:gd name="connsiteX75" fmla="*/ 11006376 w 12192000"/>
              <a:gd name="connsiteY75" fmla="*/ 645957 h 4939827"/>
              <a:gd name="connsiteX76" fmla="*/ 11076308 w 12192000"/>
              <a:gd name="connsiteY76" fmla="*/ 675698 h 4939827"/>
              <a:gd name="connsiteX77" fmla="*/ 11148789 w 12192000"/>
              <a:gd name="connsiteY77" fmla="*/ 685041 h 4939827"/>
              <a:gd name="connsiteX78" fmla="*/ 11249129 w 12192000"/>
              <a:gd name="connsiteY78" fmla="*/ 684218 h 4939827"/>
              <a:gd name="connsiteX79" fmla="*/ 11299915 w 12192000"/>
              <a:gd name="connsiteY79" fmla="*/ 692177 h 4939827"/>
              <a:gd name="connsiteX80" fmla="*/ 11386973 w 12192000"/>
              <a:gd name="connsiteY80" fmla="*/ 708209 h 4939827"/>
              <a:gd name="connsiteX81" fmla="*/ 11500105 w 12192000"/>
              <a:gd name="connsiteY81" fmla="*/ 735014 h 4939827"/>
              <a:gd name="connsiteX82" fmla="*/ 11621735 w 12192000"/>
              <a:gd name="connsiteY82" fmla="*/ 789584 h 4939827"/>
              <a:gd name="connsiteX83" fmla="*/ 11691200 w 12192000"/>
              <a:gd name="connsiteY83" fmla="*/ 867902 h 4939827"/>
              <a:gd name="connsiteX84" fmla="*/ 11819427 w 12192000"/>
              <a:gd name="connsiteY84" fmla="*/ 911634 h 4939827"/>
              <a:gd name="connsiteX85" fmla="*/ 11969720 w 12192000"/>
              <a:gd name="connsiteY85" fmla="*/ 964737 h 4939827"/>
              <a:gd name="connsiteX86" fmla="*/ 12055766 w 12192000"/>
              <a:gd name="connsiteY86" fmla="*/ 991268 h 4939827"/>
              <a:gd name="connsiteX87" fmla="*/ 12171539 w 12192000"/>
              <a:gd name="connsiteY87" fmla="*/ 995427 h 4939827"/>
              <a:gd name="connsiteX88" fmla="*/ 12187831 w 12192000"/>
              <a:gd name="connsiteY88" fmla="*/ 996580 h 4939827"/>
              <a:gd name="connsiteX89" fmla="*/ 12192000 w 12192000"/>
              <a:gd name="connsiteY89" fmla="*/ 996726 h 4939827"/>
              <a:gd name="connsiteX90" fmla="*/ 12192000 w 12192000"/>
              <a:gd name="connsiteY90" fmla="*/ 4939827 h 4939827"/>
              <a:gd name="connsiteX91" fmla="*/ 0 w 12192000"/>
              <a:gd name="connsiteY91" fmla="*/ 4939827 h 4939827"/>
              <a:gd name="connsiteX92" fmla="*/ 0 w 12192000"/>
              <a:gd name="connsiteY92" fmla="*/ 512043 h 4939827"/>
              <a:gd name="connsiteX93" fmla="*/ 7381 w 12192000"/>
              <a:gd name="connsiteY93" fmla="*/ 512580 h 4939827"/>
              <a:gd name="connsiteX94" fmla="*/ 100029 w 12192000"/>
              <a:gd name="connsiteY94" fmla="*/ 504758 h 4939827"/>
              <a:gd name="connsiteX95" fmla="*/ 155244 w 12192000"/>
              <a:gd name="connsiteY95" fmla="*/ 525130 h 4939827"/>
              <a:gd name="connsiteX96" fmla="*/ 254366 w 12192000"/>
              <a:gd name="connsiteY96" fmla="*/ 534449 h 4939827"/>
              <a:gd name="connsiteX97" fmla="*/ 447292 w 12192000"/>
              <a:gd name="connsiteY97" fmla="*/ 542725 h 4939827"/>
              <a:gd name="connsiteX98" fmla="*/ 628105 w 12192000"/>
              <a:gd name="connsiteY98" fmla="*/ 547853 h 4939827"/>
              <a:gd name="connsiteX99" fmla="*/ 783146 w 12192000"/>
              <a:gd name="connsiteY99" fmla="*/ 591799 h 4939827"/>
              <a:gd name="connsiteX100" fmla="*/ 1043676 w 12192000"/>
              <a:gd name="connsiteY100" fmla="*/ 591887 h 4939827"/>
              <a:gd name="connsiteX101" fmla="*/ 1281816 w 12192000"/>
              <a:gd name="connsiteY101" fmla="*/ 520946 h 4939827"/>
              <a:gd name="connsiteX102" fmla="*/ 1486347 w 12192000"/>
              <a:gd name="connsiteY102" fmla="*/ 487310 h 4939827"/>
              <a:gd name="connsiteX103" fmla="*/ 1568079 w 12192000"/>
              <a:gd name="connsiteY103" fmla="*/ 462531 h 4939827"/>
              <a:gd name="connsiteX104" fmla="*/ 1622516 w 12192000"/>
              <a:gd name="connsiteY104" fmla="*/ 466058 h 4939827"/>
              <a:gd name="connsiteX105" fmla="*/ 1655457 w 12192000"/>
              <a:gd name="connsiteY105" fmla="*/ 465359 h 4939827"/>
              <a:gd name="connsiteX106" fmla="*/ 1717454 w 12192000"/>
              <a:gd name="connsiteY106" fmla="*/ 417203 h 4939827"/>
              <a:gd name="connsiteX107" fmla="*/ 1913794 w 12192000"/>
              <a:gd name="connsiteY107" fmla="*/ 365255 h 4939827"/>
              <a:gd name="connsiteX108" fmla="*/ 2129762 w 12192000"/>
              <a:gd name="connsiteY108" fmla="*/ 367832 h 4939827"/>
              <a:gd name="connsiteX109" fmla="*/ 2376970 w 12192000"/>
              <a:gd name="connsiteY109" fmla="*/ 350129 h 4939827"/>
              <a:gd name="connsiteX110" fmla="*/ 2480155 w 12192000"/>
              <a:gd name="connsiteY110" fmla="*/ 359227 h 4939827"/>
              <a:gd name="connsiteX111" fmla="*/ 2586782 w 12192000"/>
              <a:gd name="connsiteY111" fmla="*/ 339352 h 4939827"/>
              <a:gd name="connsiteX112" fmla="*/ 2654496 w 12192000"/>
              <a:gd name="connsiteY112" fmla="*/ 315431 h 4939827"/>
              <a:gd name="connsiteX113" fmla="*/ 2788947 w 12192000"/>
              <a:gd name="connsiteY113" fmla="*/ 250375 h 4939827"/>
              <a:gd name="connsiteX114" fmla="*/ 2885389 w 12192000"/>
              <a:gd name="connsiteY114" fmla="*/ 255259 h 4939827"/>
              <a:gd name="connsiteX115" fmla="*/ 3045916 w 12192000"/>
              <a:gd name="connsiteY115" fmla="*/ 261030 h 4939827"/>
              <a:gd name="connsiteX116" fmla="*/ 3074187 w 12192000"/>
              <a:gd name="connsiteY116" fmla="*/ 243226 h 4939827"/>
              <a:gd name="connsiteX117" fmla="*/ 3103677 w 12192000"/>
              <a:gd name="connsiteY117" fmla="*/ 209527 h 4939827"/>
              <a:gd name="connsiteX118" fmla="*/ 3126759 w 12192000"/>
              <a:gd name="connsiteY118" fmla="*/ 211226 h 4939827"/>
              <a:gd name="connsiteX119" fmla="*/ 3164020 w 12192000"/>
              <a:gd name="connsiteY119" fmla="*/ 212779 h 4939827"/>
              <a:gd name="connsiteX120" fmla="*/ 3285019 w 12192000"/>
              <a:gd name="connsiteY120" fmla="*/ 220535 h 4939827"/>
              <a:gd name="connsiteX121" fmla="*/ 3365154 w 12192000"/>
              <a:gd name="connsiteY121" fmla="*/ 226416 h 4939827"/>
              <a:gd name="connsiteX122" fmla="*/ 3367507 w 12192000"/>
              <a:gd name="connsiteY122" fmla="*/ 225416 h 4939827"/>
              <a:gd name="connsiteX123" fmla="*/ 3387567 w 12192000"/>
              <a:gd name="connsiteY123" fmla="*/ 227103 h 4939827"/>
              <a:gd name="connsiteX124" fmla="*/ 3424753 w 12192000"/>
              <a:gd name="connsiteY124" fmla="*/ 244380 h 4939827"/>
              <a:gd name="connsiteX125" fmla="*/ 3498001 w 12192000"/>
              <a:gd name="connsiteY125" fmla="*/ 231941 h 4939827"/>
              <a:gd name="connsiteX126" fmla="*/ 3561557 w 12192000"/>
              <a:gd name="connsiteY126" fmla="*/ 228095 h 4939827"/>
              <a:gd name="connsiteX127" fmla="*/ 3611920 w 12192000"/>
              <a:gd name="connsiteY127" fmla="*/ 218094 h 4939827"/>
              <a:gd name="connsiteX128" fmla="*/ 3620528 w 12192000"/>
              <a:gd name="connsiteY128" fmla="*/ 218788 h 4939827"/>
              <a:gd name="connsiteX129" fmla="*/ 3620766 w 12192000"/>
              <a:gd name="connsiteY129" fmla="*/ 218511 h 4939827"/>
              <a:gd name="connsiteX130" fmla="*/ 3629977 w 12192000"/>
              <a:gd name="connsiteY130" fmla="*/ 218664 h 4939827"/>
              <a:gd name="connsiteX131" fmla="*/ 3636217 w 12192000"/>
              <a:gd name="connsiteY131" fmla="*/ 220048 h 4939827"/>
              <a:gd name="connsiteX132" fmla="*/ 3709484 w 12192000"/>
              <a:gd name="connsiteY132" fmla="*/ 186927 h 4939827"/>
              <a:gd name="connsiteX133" fmla="*/ 3761342 w 12192000"/>
              <a:gd name="connsiteY133" fmla="*/ 177474 h 4939827"/>
              <a:gd name="connsiteX134" fmla="*/ 3799748 w 12192000"/>
              <a:gd name="connsiteY134" fmla="*/ 167154 h 4939827"/>
              <a:gd name="connsiteX135" fmla="*/ 3812225 w 12192000"/>
              <a:gd name="connsiteY135" fmla="*/ 189020 h 4939827"/>
              <a:gd name="connsiteX136" fmla="*/ 3864537 w 12192000"/>
              <a:gd name="connsiteY136" fmla="*/ 200742 h 4939827"/>
              <a:gd name="connsiteX137" fmla="*/ 4028476 w 12192000"/>
              <a:gd name="connsiteY137" fmla="*/ 223679 h 4939827"/>
              <a:gd name="connsiteX138" fmla="*/ 4191582 w 12192000"/>
              <a:gd name="connsiteY138" fmla="*/ 238952 h 4939827"/>
              <a:gd name="connsiteX139" fmla="*/ 4251024 w 12192000"/>
              <a:gd name="connsiteY139" fmla="*/ 240874 h 4939827"/>
              <a:gd name="connsiteX140" fmla="*/ 4355275 w 12192000"/>
              <a:gd name="connsiteY140" fmla="*/ 260205 h 4939827"/>
              <a:gd name="connsiteX141" fmla="*/ 4423807 w 12192000"/>
              <a:gd name="connsiteY141" fmla="*/ 270366 h 4939827"/>
              <a:gd name="connsiteX142" fmla="*/ 4558432 w 12192000"/>
              <a:gd name="connsiteY142" fmla="*/ 269194 h 4939827"/>
              <a:gd name="connsiteX143" fmla="*/ 4635061 w 12192000"/>
              <a:gd name="connsiteY143" fmla="*/ 280682 h 4939827"/>
              <a:gd name="connsiteX144" fmla="*/ 4807427 w 12192000"/>
              <a:gd name="connsiteY144" fmla="*/ 276835 h 4939827"/>
              <a:gd name="connsiteX145" fmla="*/ 5028933 w 12192000"/>
              <a:gd name="connsiteY145" fmla="*/ 183887 h 4939827"/>
              <a:gd name="connsiteX146" fmla="*/ 5093642 w 12192000"/>
              <a:gd name="connsiteY146" fmla="*/ 177214 h 4939827"/>
              <a:gd name="connsiteX147" fmla="*/ 5102642 w 12192000"/>
              <a:gd name="connsiteY147" fmla="*/ 186816 h 4939827"/>
              <a:gd name="connsiteX148" fmla="*/ 5193590 w 12192000"/>
              <a:gd name="connsiteY148" fmla="*/ 136361 h 4939827"/>
              <a:gd name="connsiteX149" fmla="*/ 5323922 w 12192000"/>
              <a:gd name="connsiteY149" fmla="*/ 146332 h 4939827"/>
              <a:gd name="connsiteX150" fmla="*/ 5421860 w 12192000"/>
              <a:gd name="connsiteY150" fmla="*/ 167298 h 4939827"/>
              <a:gd name="connsiteX151" fmla="*/ 5476948 w 12192000"/>
              <a:gd name="connsiteY151" fmla="*/ 173249 h 4939827"/>
              <a:gd name="connsiteX152" fmla="*/ 5516842 w 12192000"/>
              <a:gd name="connsiteY152" fmla="*/ 184018 h 4939827"/>
              <a:gd name="connsiteX153" fmla="*/ 5619415 w 12192000"/>
              <a:gd name="connsiteY153" fmla="*/ 176781 h 4939827"/>
              <a:gd name="connsiteX154" fmla="*/ 5789867 w 12192000"/>
              <a:gd name="connsiteY154" fmla="*/ 150304 h 4939827"/>
              <a:gd name="connsiteX155" fmla="*/ 5825953 w 12192000"/>
              <a:gd name="connsiteY155" fmla="*/ 147907 h 4939827"/>
              <a:gd name="connsiteX156" fmla="*/ 5856168 w 12192000"/>
              <a:gd name="connsiteY156" fmla="*/ 158719 h 4939827"/>
              <a:gd name="connsiteX157" fmla="*/ 5862476 w 12192000"/>
              <a:gd name="connsiteY157" fmla="*/ 172447 h 4939827"/>
              <a:gd name="connsiteX158" fmla="*/ 5882195 w 12192000"/>
              <a:gd name="connsiteY158" fmla="*/ 173195 h 4939827"/>
              <a:gd name="connsiteX159" fmla="*/ 5887271 w 12192000"/>
              <a:gd name="connsiteY159" fmla="*/ 176084 h 4939827"/>
              <a:gd name="connsiteX160" fmla="*/ 5916552 w 12192000"/>
              <a:gd name="connsiteY160" fmla="*/ 189955 h 4939827"/>
              <a:gd name="connsiteX161" fmla="*/ 5983240 w 12192000"/>
              <a:gd name="connsiteY161" fmla="*/ 152755 h 4939827"/>
              <a:gd name="connsiteX162" fmla="*/ 6152287 w 12192000"/>
              <a:gd name="connsiteY162" fmla="*/ 116736 h 4939827"/>
              <a:gd name="connsiteX163" fmla="*/ 6415830 w 12192000"/>
              <a:gd name="connsiteY163" fmla="*/ 136006 h 4939827"/>
              <a:gd name="connsiteX164" fmla="*/ 6756965 w 12192000"/>
              <a:gd name="connsiteY164" fmla="*/ 57636 h 4939827"/>
              <a:gd name="connsiteX165" fmla="*/ 6965101 w 12192000"/>
              <a:gd name="connsiteY165" fmla="*/ 25718 h 4939827"/>
              <a:gd name="connsiteX166" fmla="*/ 6986370 w 12192000"/>
              <a:gd name="connsiteY166" fmla="*/ 12659 h 4939827"/>
              <a:gd name="connsiteX167" fmla="*/ 6989536 w 12192000"/>
              <a:gd name="connsiteY167" fmla="*/ 14528 h 4939827"/>
              <a:gd name="connsiteX168" fmla="*/ 7015933 w 12192000"/>
              <a:gd name="connsiteY168" fmla="*/ 9653 h 4939827"/>
              <a:gd name="connsiteX169" fmla="*/ 7020592 w 12192000"/>
              <a:gd name="connsiteY169" fmla="*/ 1651 h 4939827"/>
              <a:gd name="connsiteX170" fmla="*/ 7025905 w 12192000"/>
              <a:gd name="connsiteY170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52584 w 12192000"/>
              <a:gd name="connsiteY17" fmla="*/ 170181 h 4939827"/>
              <a:gd name="connsiteX18" fmla="*/ 8009534 w 12192000"/>
              <a:gd name="connsiteY18" fmla="*/ 176441 h 4939827"/>
              <a:gd name="connsiteX19" fmla="*/ 8058681 w 12192000"/>
              <a:gd name="connsiteY19" fmla="*/ 219431 h 4939827"/>
              <a:gd name="connsiteX20" fmla="*/ 8126175 w 12192000"/>
              <a:gd name="connsiteY20" fmla="*/ 240005 h 4939827"/>
              <a:gd name="connsiteX21" fmla="*/ 8166439 w 12192000"/>
              <a:gd name="connsiteY21" fmla="*/ 252699 h 4939827"/>
              <a:gd name="connsiteX22" fmla="*/ 8281371 w 12192000"/>
              <a:gd name="connsiteY22" fmla="*/ 256875 h 4939827"/>
              <a:gd name="connsiteX23" fmla="*/ 8381609 w 12192000"/>
              <a:gd name="connsiteY23" fmla="*/ 240618 h 4939827"/>
              <a:gd name="connsiteX24" fmla="*/ 8406759 w 12192000"/>
              <a:gd name="connsiteY24" fmla="*/ 232517 h 4939827"/>
              <a:gd name="connsiteX25" fmla="*/ 8426506 w 12192000"/>
              <a:gd name="connsiteY25" fmla="*/ 241842 h 4939827"/>
              <a:gd name="connsiteX26" fmla="*/ 8427949 w 12192000"/>
              <a:gd name="connsiteY26" fmla="*/ 240981 h 4939827"/>
              <a:gd name="connsiteX27" fmla="*/ 8441468 w 12192000"/>
              <a:gd name="connsiteY27" fmla="*/ 241157 h 4939827"/>
              <a:gd name="connsiteX28" fmla="*/ 8565757 w 12192000"/>
              <a:gd name="connsiteY28" fmla="*/ 255317 h 4939827"/>
              <a:gd name="connsiteX29" fmla="*/ 8573171 w 12192000"/>
              <a:gd name="connsiteY29" fmla="*/ 258426 h 4939827"/>
              <a:gd name="connsiteX30" fmla="*/ 8573548 w 12192000"/>
              <a:gd name="connsiteY30" fmla="*/ 258241 h 4939827"/>
              <a:gd name="connsiteX31" fmla="*/ 8581827 w 12192000"/>
              <a:gd name="connsiteY31" fmla="*/ 261028 h 4939827"/>
              <a:gd name="connsiteX32" fmla="*/ 8586687 w 12192000"/>
              <a:gd name="connsiteY32" fmla="*/ 264089 h 4939827"/>
              <a:gd name="connsiteX33" fmla="*/ 8601067 w 12192000"/>
              <a:gd name="connsiteY33" fmla="*/ 270114 h 4939827"/>
              <a:gd name="connsiteX34" fmla="*/ 8672650 w 12192000"/>
              <a:gd name="connsiteY34" fmla="*/ 254821 h 4939827"/>
              <a:gd name="connsiteX35" fmla="*/ 8785543 w 12192000"/>
              <a:gd name="connsiteY35" fmla="*/ 263406 h 4939827"/>
              <a:gd name="connsiteX36" fmla="*/ 8830588 w 12192000"/>
              <a:gd name="connsiteY36" fmla="*/ 265483 h 4939827"/>
              <a:gd name="connsiteX37" fmla="*/ 8905142 w 12192000"/>
              <a:gd name="connsiteY37" fmla="*/ 264958 h 4939827"/>
              <a:gd name="connsiteX38" fmla="*/ 8968582 w 12192000"/>
              <a:gd name="connsiteY38" fmla="*/ 262728 h 4939827"/>
              <a:gd name="connsiteX39" fmla="*/ 8972994 w 12192000"/>
              <a:gd name="connsiteY39" fmla="*/ 263284 h 4939827"/>
              <a:gd name="connsiteX40" fmla="*/ 9004605 w 12192000"/>
              <a:gd name="connsiteY40" fmla="*/ 258041 h 4939827"/>
              <a:gd name="connsiteX41" fmla="*/ 9016165 w 12192000"/>
              <a:gd name="connsiteY41" fmla="*/ 261258 h 4939827"/>
              <a:gd name="connsiteX42" fmla="*/ 9043297 w 12192000"/>
              <a:gd name="connsiteY42" fmla="*/ 281547 h 4939827"/>
              <a:gd name="connsiteX43" fmla="*/ 9048315 w 12192000"/>
              <a:gd name="connsiteY43" fmla="*/ 279264 h 4939827"/>
              <a:gd name="connsiteX44" fmla="*/ 9054706 w 12192000"/>
              <a:gd name="connsiteY44" fmla="*/ 278538 h 4939827"/>
              <a:gd name="connsiteX45" fmla="*/ 9070919 w 12192000"/>
              <a:gd name="connsiteY45" fmla="*/ 281810 h 4939827"/>
              <a:gd name="connsiteX46" fmla="*/ 9076813 w 12192000"/>
              <a:gd name="connsiteY46" fmla="*/ 283909 h 4939827"/>
              <a:gd name="connsiteX47" fmla="*/ 9085871 w 12192000"/>
              <a:gd name="connsiteY47" fmla="*/ 285133 h 4939827"/>
              <a:gd name="connsiteX48" fmla="*/ 9086159 w 12192000"/>
              <a:gd name="connsiteY48" fmla="*/ 284887 h 4939827"/>
              <a:gd name="connsiteX49" fmla="*/ 9134606 w 12192000"/>
              <a:gd name="connsiteY49" fmla="*/ 288168 h 4939827"/>
              <a:gd name="connsiteX50" fmla="*/ 9195590 w 12192000"/>
              <a:gd name="connsiteY50" fmla="*/ 279568 h 4939827"/>
              <a:gd name="connsiteX51" fmla="*/ 9219336 w 12192000"/>
              <a:gd name="connsiteY51" fmla="*/ 278133 h 4939827"/>
              <a:gd name="connsiteX52" fmla="*/ 9232362 w 12192000"/>
              <a:gd name="connsiteY52" fmla="*/ 275894 h 4939827"/>
              <a:gd name="connsiteX53" fmla="*/ 9233396 w 12192000"/>
              <a:gd name="connsiteY53" fmla="*/ 274803 h 4939827"/>
              <a:gd name="connsiteX54" fmla="*/ 9256213 w 12192000"/>
              <a:gd name="connsiteY54" fmla="*/ 281576 h 4939827"/>
              <a:gd name="connsiteX55" fmla="*/ 9262377 w 12192000"/>
              <a:gd name="connsiteY55" fmla="*/ 286635 h 4939827"/>
              <a:gd name="connsiteX56" fmla="*/ 9287089 w 12192000"/>
              <a:gd name="connsiteY56" fmla="*/ 303891 h 4939827"/>
              <a:gd name="connsiteX57" fmla="*/ 9371484 w 12192000"/>
              <a:gd name="connsiteY57" fmla="*/ 329634 h 4939827"/>
              <a:gd name="connsiteX58" fmla="*/ 9404829 w 12192000"/>
              <a:gd name="connsiteY58" fmla="*/ 339038 h 4939827"/>
              <a:gd name="connsiteX59" fmla="*/ 9427021 w 12192000"/>
              <a:gd name="connsiteY59" fmla="*/ 358784 h 4939827"/>
              <a:gd name="connsiteX60" fmla="*/ 9670844 w 12192000"/>
              <a:gd name="connsiteY60" fmla="*/ 405128 h 4939827"/>
              <a:gd name="connsiteX61" fmla="*/ 9816083 w 12192000"/>
              <a:gd name="connsiteY61" fmla="*/ 416573 h 4939827"/>
              <a:gd name="connsiteX62" fmla="*/ 9936741 w 12192000"/>
              <a:gd name="connsiteY62" fmla="*/ 437044 h 4939827"/>
              <a:gd name="connsiteX63" fmla="*/ 10050093 w 12192000"/>
              <a:gd name="connsiteY63" fmla="*/ 443783 h 4939827"/>
              <a:gd name="connsiteX64" fmla="*/ 10130090 w 12192000"/>
              <a:gd name="connsiteY64" fmla="*/ 459520 h 4939827"/>
              <a:gd name="connsiteX65" fmla="*/ 10173456 w 12192000"/>
              <a:gd name="connsiteY65" fmla="*/ 457749 h 4939827"/>
              <a:gd name="connsiteX66" fmla="*/ 10218232 w 12192000"/>
              <a:gd name="connsiteY66" fmla="*/ 459820 h 4939827"/>
              <a:gd name="connsiteX67" fmla="*/ 10354176 w 12192000"/>
              <a:gd name="connsiteY67" fmla="*/ 471377 h 4939827"/>
              <a:gd name="connsiteX68" fmla="*/ 10430681 w 12192000"/>
              <a:gd name="connsiteY68" fmla="*/ 481226 h 4939827"/>
              <a:gd name="connsiteX69" fmla="*/ 10478169 w 12192000"/>
              <a:gd name="connsiteY69" fmla="*/ 481774 h 4939827"/>
              <a:gd name="connsiteX70" fmla="*/ 10540907 w 12192000"/>
              <a:gd name="connsiteY70" fmla="*/ 485607 h 4939827"/>
              <a:gd name="connsiteX71" fmla="*/ 10614941 w 12192000"/>
              <a:gd name="connsiteY71" fmla="*/ 487592 h 4939827"/>
              <a:gd name="connsiteX72" fmla="*/ 10674098 w 12192000"/>
              <a:gd name="connsiteY72" fmla="*/ 521656 h 4939827"/>
              <a:gd name="connsiteX73" fmla="*/ 10874834 w 12192000"/>
              <a:gd name="connsiteY73" fmla="*/ 574867 h 4939827"/>
              <a:gd name="connsiteX74" fmla="*/ 10944981 w 12192000"/>
              <a:gd name="connsiteY74" fmla="*/ 615042 h 4939827"/>
              <a:gd name="connsiteX75" fmla="*/ 11006376 w 12192000"/>
              <a:gd name="connsiteY75" fmla="*/ 645957 h 4939827"/>
              <a:gd name="connsiteX76" fmla="*/ 11076308 w 12192000"/>
              <a:gd name="connsiteY76" fmla="*/ 675698 h 4939827"/>
              <a:gd name="connsiteX77" fmla="*/ 11148789 w 12192000"/>
              <a:gd name="connsiteY77" fmla="*/ 685041 h 4939827"/>
              <a:gd name="connsiteX78" fmla="*/ 11249129 w 12192000"/>
              <a:gd name="connsiteY78" fmla="*/ 684218 h 4939827"/>
              <a:gd name="connsiteX79" fmla="*/ 11299915 w 12192000"/>
              <a:gd name="connsiteY79" fmla="*/ 692177 h 4939827"/>
              <a:gd name="connsiteX80" fmla="*/ 11386973 w 12192000"/>
              <a:gd name="connsiteY80" fmla="*/ 708209 h 4939827"/>
              <a:gd name="connsiteX81" fmla="*/ 11500105 w 12192000"/>
              <a:gd name="connsiteY81" fmla="*/ 735014 h 4939827"/>
              <a:gd name="connsiteX82" fmla="*/ 11621735 w 12192000"/>
              <a:gd name="connsiteY82" fmla="*/ 789584 h 4939827"/>
              <a:gd name="connsiteX83" fmla="*/ 11691200 w 12192000"/>
              <a:gd name="connsiteY83" fmla="*/ 867902 h 4939827"/>
              <a:gd name="connsiteX84" fmla="*/ 11819427 w 12192000"/>
              <a:gd name="connsiteY84" fmla="*/ 911634 h 4939827"/>
              <a:gd name="connsiteX85" fmla="*/ 11969720 w 12192000"/>
              <a:gd name="connsiteY85" fmla="*/ 964737 h 4939827"/>
              <a:gd name="connsiteX86" fmla="*/ 12055766 w 12192000"/>
              <a:gd name="connsiteY86" fmla="*/ 991268 h 4939827"/>
              <a:gd name="connsiteX87" fmla="*/ 12171539 w 12192000"/>
              <a:gd name="connsiteY87" fmla="*/ 995427 h 4939827"/>
              <a:gd name="connsiteX88" fmla="*/ 12187831 w 12192000"/>
              <a:gd name="connsiteY88" fmla="*/ 996580 h 4939827"/>
              <a:gd name="connsiteX89" fmla="*/ 12192000 w 12192000"/>
              <a:gd name="connsiteY89" fmla="*/ 996726 h 4939827"/>
              <a:gd name="connsiteX90" fmla="*/ 12192000 w 12192000"/>
              <a:gd name="connsiteY90" fmla="*/ 4939827 h 4939827"/>
              <a:gd name="connsiteX91" fmla="*/ 0 w 12192000"/>
              <a:gd name="connsiteY91" fmla="*/ 4939827 h 4939827"/>
              <a:gd name="connsiteX92" fmla="*/ 0 w 12192000"/>
              <a:gd name="connsiteY92" fmla="*/ 512043 h 4939827"/>
              <a:gd name="connsiteX93" fmla="*/ 7381 w 12192000"/>
              <a:gd name="connsiteY93" fmla="*/ 512580 h 4939827"/>
              <a:gd name="connsiteX94" fmla="*/ 100029 w 12192000"/>
              <a:gd name="connsiteY94" fmla="*/ 504758 h 4939827"/>
              <a:gd name="connsiteX95" fmla="*/ 155244 w 12192000"/>
              <a:gd name="connsiteY95" fmla="*/ 525130 h 4939827"/>
              <a:gd name="connsiteX96" fmla="*/ 254366 w 12192000"/>
              <a:gd name="connsiteY96" fmla="*/ 534449 h 4939827"/>
              <a:gd name="connsiteX97" fmla="*/ 447292 w 12192000"/>
              <a:gd name="connsiteY97" fmla="*/ 542725 h 4939827"/>
              <a:gd name="connsiteX98" fmla="*/ 628105 w 12192000"/>
              <a:gd name="connsiteY98" fmla="*/ 547853 h 4939827"/>
              <a:gd name="connsiteX99" fmla="*/ 783146 w 12192000"/>
              <a:gd name="connsiteY99" fmla="*/ 591799 h 4939827"/>
              <a:gd name="connsiteX100" fmla="*/ 1043676 w 12192000"/>
              <a:gd name="connsiteY100" fmla="*/ 591887 h 4939827"/>
              <a:gd name="connsiteX101" fmla="*/ 1281816 w 12192000"/>
              <a:gd name="connsiteY101" fmla="*/ 520946 h 4939827"/>
              <a:gd name="connsiteX102" fmla="*/ 1486347 w 12192000"/>
              <a:gd name="connsiteY102" fmla="*/ 487310 h 4939827"/>
              <a:gd name="connsiteX103" fmla="*/ 1568079 w 12192000"/>
              <a:gd name="connsiteY103" fmla="*/ 462531 h 4939827"/>
              <a:gd name="connsiteX104" fmla="*/ 1622516 w 12192000"/>
              <a:gd name="connsiteY104" fmla="*/ 466058 h 4939827"/>
              <a:gd name="connsiteX105" fmla="*/ 1655457 w 12192000"/>
              <a:gd name="connsiteY105" fmla="*/ 465359 h 4939827"/>
              <a:gd name="connsiteX106" fmla="*/ 1717454 w 12192000"/>
              <a:gd name="connsiteY106" fmla="*/ 417203 h 4939827"/>
              <a:gd name="connsiteX107" fmla="*/ 1913794 w 12192000"/>
              <a:gd name="connsiteY107" fmla="*/ 365255 h 4939827"/>
              <a:gd name="connsiteX108" fmla="*/ 2129762 w 12192000"/>
              <a:gd name="connsiteY108" fmla="*/ 367832 h 4939827"/>
              <a:gd name="connsiteX109" fmla="*/ 2376970 w 12192000"/>
              <a:gd name="connsiteY109" fmla="*/ 350129 h 4939827"/>
              <a:gd name="connsiteX110" fmla="*/ 2480155 w 12192000"/>
              <a:gd name="connsiteY110" fmla="*/ 359227 h 4939827"/>
              <a:gd name="connsiteX111" fmla="*/ 2586782 w 12192000"/>
              <a:gd name="connsiteY111" fmla="*/ 339352 h 4939827"/>
              <a:gd name="connsiteX112" fmla="*/ 2654496 w 12192000"/>
              <a:gd name="connsiteY112" fmla="*/ 315431 h 4939827"/>
              <a:gd name="connsiteX113" fmla="*/ 2788947 w 12192000"/>
              <a:gd name="connsiteY113" fmla="*/ 250375 h 4939827"/>
              <a:gd name="connsiteX114" fmla="*/ 2885389 w 12192000"/>
              <a:gd name="connsiteY114" fmla="*/ 255259 h 4939827"/>
              <a:gd name="connsiteX115" fmla="*/ 3045916 w 12192000"/>
              <a:gd name="connsiteY115" fmla="*/ 261030 h 4939827"/>
              <a:gd name="connsiteX116" fmla="*/ 3074187 w 12192000"/>
              <a:gd name="connsiteY116" fmla="*/ 243226 h 4939827"/>
              <a:gd name="connsiteX117" fmla="*/ 3103677 w 12192000"/>
              <a:gd name="connsiteY117" fmla="*/ 209527 h 4939827"/>
              <a:gd name="connsiteX118" fmla="*/ 3126759 w 12192000"/>
              <a:gd name="connsiteY118" fmla="*/ 211226 h 4939827"/>
              <a:gd name="connsiteX119" fmla="*/ 3164020 w 12192000"/>
              <a:gd name="connsiteY119" fmla="*/ 212779 h 4939827"/>
              <a:gd name="connsiteX120" fmla="*/ 3285019 w 12192000"/>
              <a:gd name="connsiteY120" fmla="*/ 220535 h 4939827"/>
              <a:gd name="connsiteX121" fmla="*/ 3365154 w 12192000"/>
              <a:gd name="connsiteY121" fmla="*/ 226416 h 4939827"/>
              <a:gd name="connsiteX122" fmla="*/ 3367507 w 12192000"/>
              <a:gd name="connsiteY122" fmla="*/ 225416 h 4939827"/>
              <a:gd name="connsiteX123" fmla="*/ 3387567 w 12192000"/>
              <a:gd name="connsiteY123" fmla="*/ 227103 h 4939827"/>
              <a:gd name="connsiteX124" fmla="*/ 3424753 w 12192000"/>
              <a:gd name="connsiteY124" fmla="*/ 244380 h 4939827"/>
              <a:gd name="connsiteX125" fmla="*/ 3498001 w 12192000"/>
              <a:gd name="connsiteY125" fmla="*/ 231941 h 4939827"/>
              <a:gd name="connsiteX126" fmla="*/ 3561557 w 12192000"/>
              <a:gd name="connsiteY126" fmla="*/ 228095 h 4939827"/>
              <a:gd name="connsiteX127" fmla="*/ 3611920 w 12192000"/>
              <a:gd name="connsiteY127" fmla="*/ 218094 h 4939827"/>
              <a:gd name="connsiteX128" fmla="*/ 3620528 w 12192000"/>
              <a:gd name="connsiteY128" fmla="*/ 218788 h 4939827"/>
              <a:gd name="connsiteX129" fmla="*/ 3620766 w 12192000"/>
              <a:gd name="connsiteY129" fmla="*/ 218511 h 4939827"/>
              <a:gd name="connsiteX130" fmla="*/ 3629977 w 12192000"/>
              <a:gd name="connsiteY130" fmla="*/ 218664 h 4939827"/>
              <a:gd name="connsiteX131" fmla="*/ 3636217 w 12192000"/>
              <a:gd name="connsiteY131" fmla="*/ 220048 h 4939827"/>
              <a:gd name="connsiteX132" fmla="*/ 3709484 w 12192000"/>
              <a:gd name="connsiteY132" fmla="*/ 186927 h 4939827"/>
              <a:gd name="connsiteX133" fmla="*/ 3761342 w 12192000"/>
              <a:gd name="connsiteY133" fmla="*/ 177474 h 4939827"/>
              <a:gd name="connsiteX134" fmla="*/ 3799748 w 12192000"/>
              <a:gd name="connsiteY134" fmla="*/ 167154 h 4939827"/>
              <a:gd name="connsiteX135" fmla="*/ 3812225 w 12192000"/>
              <a:gd name="connsiteY135" fmla="*/ 189020 h 4939827"/>
              <a:gd name="connsiteX136" fmla="*/ 3864537 w 12192000"/>
              <a:gd name="connsiteY136" fmla="*/ 200742 h 4939827"/>
              <a:gd name="connsiteX137" fmla="*/ 4028476 w 12192000"/>
              <a:gd name="connsiteY137" fmla="*/ 223679 h 4939827"/>
              <a:gd name="connsiteX138" fmla="*/ 4191582 w 12192000"/>
              <a:gd name="connsiteY138" fmla="*/ 238952 h 4939827"/>
              <a:gd name="connsiteX139" fmla="*/ 4251024 w 12192000"/>
              <a:gd name="connsiteY139" fmla="*/ 240874 h 4939827"/>
              <a:gd name="connsiteX140" fmla="*/ 4355275 w 12192000"/>
              <a:gd name="connsiteY140" fmla="*/ 260205 h 4939827"/>
              <a:gd name="connsiteX141" fmla="*/ 4423807 w 12192000"/>
              <a:gd name="connsiteY141" fmla="*/ 270366 h 4939827"/>
              <a:gd name="connsiteX142" fmla="*/ 4558432 w 12192000"/>
              <a:gd name="connsiteY142" fmla="*/ 269194 h 4939827"/>
              <a:gd name="connsiteX143" fmla="*/ 4635061 w 12192000"/>
              <a:gd name="connsiteY143" fmla="*/ 280682 h 4939827"/>
              <a:gd name="connsiteX144" fmla="*/ 4807427 w 12192000"/>
              <a:gd name="connsiteY144" fmla="*/ 276835 h 4939827"/>
              <a:gd name="connsiteX145" fmla="*/ 5028933 w 12192000"/>
              <a:gd name="connsiteY145" fmla="*/ 183887 h 4939827"/>
              <a:gd name="connsiteX146" fmla="*/ 5093642 w 12192000"/>
              <a:gd name="connsiteY146" fmla="*/ 177214 h 4939827"/>
              <a:gd name="connsiteX147" fmla="*/ 5102642 w 12192000"/>
              <a:gd name="connsiteY147" fmla="*/ 186816 h 4939827"/>
              <a:gd name="connsiteX148" fmla="*/ 5193590 w 12192000"/>
              <a:gd name="connsiteY148" fmla="*/ 136361 h 4939827"/>
              <a:gd name="connsiteX149" fmla="*/ 5323922 w 12192000"/>
              <a:gd name="connsiteY149" fmla="*/ 146332 h 4939827"/>
              <a:gd name="connsiteX150" fmla="*/ 5421860 w 12192000"/>
              <a:gd name="connsiteY150" fmla="*/ 167298 h 4939827"/>
              <a:gd name="connsiteX151" fmla="*/ 5476948 w 12192000"/>
              <a:gd name="connsiteY151" fmla="*/ 173249 h 4939827"/>
              <a:gd name="connsiteX152" fmla="*/ 5516842 w 12192000"/>
              <a:gd name="connsiteY152" fmla="*/ 184018 h 4939827"/>
              <a:gd name="connsiteX153" fmla="*/ 5619415 w 12192000"/>
              <a:gd name="connsiteY153" fmla="*/ 176781 h 4939827"/>
              <a:gd name="connsiteX154" fmla="*/ 5789867 w 12192000"/>
              <a:gd name="connsiteY154" fmla="*/ 150304 h 4939827"/>
              <a:gd name="connsiteX155" fmla="*/ 5825953 w 12192000"/>
              <a:gd name="connsiteY155" fmla="*/ 147907 h 4939827"/>
              <a:gd name="connsiteX156" fmla="*/ 5856168 w 12192000"/>
              <a:gd name="connsiteY156" fmla="*/ 158719 h 4939827"/>
              <a:gd name="connsiteX157" fmla="*/ 5862476 w 12192000"/>
              <a:gd name="connsiteY157" fmla="*/ 172447 h 4939827"/>
              <a:gd name="connsiteX158" fmla="*/ 5882195 w 12192000"/>
              <a:gd name="connsiteY158" fmla="*/ 173195 h 4939827"/>
              <a:gd name="connsiteX159" fmla="*/ 5887271 w 12192000"/>
              <a:gd name="connsiteY159" fmla="*/ 176084 h 4939827"/>
              <a:gd name="connsiteX160" fmla="*/ 5916552 w 12192000"/>
              <a:gd name="connsiteY160" fmla="*/ 189955 h 4939827"/>
              <a:gd name="connsiteX161" fmla="*/ 5983240 w 12192000"/>
              <a:gd name="connsiteY161" fmla="*/ 152755 h 4939827"/>
              <a:gd name="connsiteX162" fmla="*/ 6152287 w 12192000"/>
              <a:gd name="connsiteY162" fmla="*/ 116736 h 4939827"/>
              <a:gd name="connsiteX163" fmla="*/ 6415830 w 12192000"/>
              <a:gd name="connsiteY163" fmla="*/ 136006 h 4939827"/>
              <a:gd name="connsiteX164" fmla="*/ 6756965 w 12192000"/>
              <a:gd name="connsiteY164" fmla="*/ 57636 h 4939827"/>
              <a:gd name="connsiteX165" fmla="*/ 6819400 w 12192000"/>
              <a:gd name="connsiteY165" fmla="*/ 30742 h 4939827"/>
              <a:gd name="connsiteX166" fmla="*/ 6986370 w 12192000"/>
              <a:gd name="connsiteY166" fmla="*/ 12659 h 4939827"/>
              <a:gd name="connsiteX167" fmla="*/ 6989536 w 12192000"/>
              <a:gd name="connsiteY167" fmla="*/ 14528 h 4939827"/>
              <a:gd name="connsiteX168" fmla="*/ 7015933 w 12192000"/>
              <a:gd name="connsiteY168" fmla="*/ 9653 h 4939827"/>
              <a:gd name="connsiteX169" fmla="*/ 7020592 w 12192000"/>
              <a:gd name="connsiteY169" fmla="*/ 1651 h 4939827"/>
              <a:gd name="connsiteX170" fmla="*/ 7025905 w 12192000"/>
              <a:gd name="connsiteY170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52584 w 12192000"/>
              <a:gd name="connsiteY17" fmla="*/ 170181 h 4939827"/>
              <a:gd name="connsiteX18" fmla="*/ 8009534 w 12192000"/>
              <a:gd name="connsiteY18" fmla="*/ 176441 h 4939827"/>
              <a:gd name="connsiteX19" fmla="*/ 8058681 w 12192000"/>
              <a:gd name="connsiteY19" fmla="*/ 219431 h 4939827"/>
              <a:gd name="connsiteX20" fmla="*/ 8126175 w 12192000"/>
              <a:gd name="connsiteY20" fmla="*/ 240005 h 4939827"/>
              <a:gd name="connsiteX21" fmla="*/ 8166439 w 12192000"/>
              <a:gd name="connsiteY21" fmla="*/ 252699 h 4939827"/>
              <a:gd name="connsiteX22" fmla="*/ 8281371 w 12192000"/>
              <a:gd name="connsiteY22" fmla="*/ 256875 h 4939827"/>
              <a:gd name="connsiteX23" fmla="*/ 8381609 w 12192000"/>
              <a:gd name="connsiteY23" fmla="*/ 240618 h 4939827"/>
              <a:gd name="connsiteX24" fmla="*/ 8406759 w 12192000"/>
              <a:gd name="connsiteY24" fmla="*/ 232517 h 4939827"/>
              <a:gd name="connsiteX25" fmla="*/ 8426506 w 12192000"/>
              <a:gd name="connsiteY25" fmla="*/ 241842 h 4939827"/>
              <a:gd name="connsiteX26" fmla="*/ 8427949 w 12192000"/>
              <a:gd name="connsiteY26" fmla="*/ 240981 h 4939827"/>
              <a:gd name="connsiteX27" fmla="*/ 8441468 w 12192000"/>
              <a:gd name="connsiteY27" fmla="*/ 241157 h 4939827"/>
              <a:gd name="connsiteX28" fmla="*/ 8565757 w 12192000"/>
              <a:gd name="connsiteY28" fmla="*/ 255317 h 4939827"/>
              <a:gd name="connsiteX29" fmla="*/ 8573171 w 12192000"/>
              <a:gd name="connsiteY29" fmla="*/ 258426 h 4939827"/>
              <a:gd name="connsiteX30" fmla="*/ 8573548 w 12192000"/>
              <a:gd name="connsiteY30" fmla="*/ 258241 h 4939827"/>
              <a:gd name="connsiteX31" fmla="*/ 8581827 w 12192000"/>
              <a:gd name="connsiteY31" fmla="*/ 261028 h 4939827"/>
              <a:gd name="connsiteX32" fmla="*/ 8586687 w 12192000"/>
              <a:gd name="connsiteY32" fmla="*/ 264089 h 4939827"/>
              <a:gd name="connsiteX33" fmla="*/ 8601067 w 12192000"/>
              <a:gd name="connsiteY33" fmla="*/ 270114 h 4939827"/>
              <a:gd name="connsiteX34" fmla="*/ 8672650 w 12192000"/>
              <a:gd name="connsiteY34" fmla="*/ 254821 h 4939827"/>
              <a:gd name="connsiteX35" fmla="*/ 8785543 w 12192000"/>
              <a:gd name="connsiteY35" fmla="*/ 263406 h 4939827"/>
              <a:gd name="connsiteX36" fmla="*/ 8830588 w 12192000"/>
              <a:gd name="connsiteY36" fmla="*/ 265483 h 4939827"/>
              <a:gd name="connsiteX37" fmla="*/ 8905142 w 12192000"/>
              <a:gd name="connsiteY37" fmla="*/ 264958 h 4939827"/>
              <a:gd name="connsiteX38" fmla="*/ 8968582 w 12192000"/>
              <a:gd name="connsiteY38" fmla="*/ 262728 h 4939827"/>
              <a:gd name="connsiteX39" fmla="*/ 8972994 w 12192000"/>
              <a:gd name="connsiteY39" fmla="*/ 263284 h 4939827"/>
              <a:gd name="connsiteX40" fmla="*/ 9004605 w 12192000"/>
              <a:gd name="connsiteY40" fmla="*/ 258041 h 4939827"/>
              <a:gd name="connsiteX41" fmla="*/ 9016165 w 12192000"/>
              <a:gd name="connsiteY41" fmla="*/ 261258 h 4939827"/>
              <a:gd name="connsiteX42" fmla="*/ 9043297 w 12192000"/>
              <a:gd name="connsiteY42" fmla="*/ 281547 h 4939827"/>
              <a:gd name="connsiteX43" fmla="*/ 9048315 w 12192000"/>
              <a:gd name="connsiteY43" fmla="*/ 279264 h 4939827"/>
              <a:gd name="connsiteX44" fmla="*/ 9054706 w 12192000"/>
              <a:gd name="connsiteY44" fmla="*/ 278538 h 4939827"/>
              <a:gd name="connsiteX45" fmla="*/ 9070919 w 12192000"/>
              <a:gd name="connsiteY45" fmla="*/ 281810 h 4939827"/>
              <a:gd name="connsiteX46" fmla="*/ 9076813 w 12192000"/>
              <a:gd name="connsiteY46" fmla="*/ 283909 h 4939827"/>
              <a:gd name="connsiteX47" fmla="*/ 9085871 w 12192000"/>
              <a:gd name="connsiteY47" fmla="*/ 285133 h 4939827"/>
              <a:gd name="connsiteX48" fmla="*/ 9086159 w 12192000"/>
              <a:gd name="connsiteY48" fmla="*/ 284887 h 4939827"/>
              <a:gd name="connsiteX49" fmla="*/ 9134606 w 12192000"/>
              <a:gd name="connsiteY49" fmla="*/ 288168 h 4939827"/>
              <a:gd name="connsiteX50" fmla="*/ 9195590 w 12192000"/>
              <a:gd name="connsiteY50" fmla="*/ 279568 h 4939827"/>
              <a:gd name="connsiteX51" fmla="*/ 9219336 w 12192000"/>
              <a:gd name="connsiteY51" fmla="*/ 278133 h 4939827"/>
              <a:gd name="connsiteX52" fmla="*/ 9232362 w 12192000"/>
              <a:gd name="connsiteY52" fmla="*/ 275894 h 4939827"/>
              <a:gd name="connsiteX53" fmla="*/ 9233396 w 12192000"/>
              <a:gd name="connsiteY53" fmla="*/ 274803 h 4939827"/>
              <a:gd name="connsiteX54" fmla="*/ 9256213 w 12192000"/>
              <a:gd name="connsiteY54" fmla="*/ 281576 h 4939827"/>
              <a:gd name="connsiteX55" fmla="*/ 9262377 w 12192000"/>
              <a:gd name="connsiteY55" fmla="*/ 286635 h 4939827"/>
              <a:gd name="connsiteX56" fmla="*/ 9287089 w 12192000"/>
              <a:gd name="connsiteY56" fmla="*/ 303891 h 4939827"/>
              <a:gd name="connsiteX57" fmla="*/ 9371484 w 12192000"/>
              <a:gd name="connsiteY57" fmla="*/ 329634 h 4939827"/>
              <a:gd name="connsiteX58" fmla="*/ 9404829 w 12192000"/>
              <a:gd name="connsiteY58" fmla="*/ 339038 h 4939827"/>
              <a:gd name="connsiteX59" fmla="*/ 9427021 w 12192000"/>
              <a:gd name="connsiteY59" fmla="*/ 358784 h 4939827"/>
              <a:gd name="connsiteX60" fmla="*/ 9670844 w 12192000"/>
              <a:gd name="connsiteY60" fmla="*/ 405128 h 4939827"/>
              <a:gd name="connsiteX61" fmla="*/ 9816083 w 12192000"/>
              <a:gd name="connsiteY61" fmla="*/ 416573 h 4939827"/>
              <a:gd name="connsiteX62" fmla="*/ 9936741 w 12192000"/>
              <a:gd name="connsiteY62" fmla="*/ 437044 h 4939827"/>
              <a:gd name="connsiteX63" fmla="*/ 10050093 w 12192000"/>
              <a:gd name="connsiteY63" fmla="*/ 443783 h 4939827"/>
              <a:gd name="connsiteX64" fmla="*/ 10130090 w 12192000"/>
              <a:gd name="connsiteY64" fmla="*/ 459520 h 4939827"/>
              <a:gd name="connsiteX65" fmla="*/ 10173456 w 12192000"/>
              <a:gd name="connsiteY65" fmla="*/ 457749 h 4939827"/>
              <a:gd name="connsiteX66" fmla="*/ 10218232 w 12192000"/>
              <a:gd name="connsiteY66" fmla="*/ 459820 h 4939827"/>
              <a:gd name="connsiteX67" fmla="*/ 10354176 w 12192000"/>
              <a:gd name="connsiteY67" fmla="*/ 471377 h 4939827"/>
              <a:gd name="connsiteX68" fmla="*/ 10430681 w 12192000"/>
              <a:gd name="connsiteY68" fmla="*/ 481226 h 4939827"/>
              <a:gd name="connsiteX69" fmla="*/ 10478169 w 12192000"/>
              <a:gd name="connsiteY69" fmla="*/ 481774 h 4939827"/>
              <a:gd name="connsiteX70" fmla="*/ 10540907 w 12192000"/>
              <a:gd name="connsiteY70" fmla="*/ 485607 h 4939827"/>
              <a:gd name="connsiteX71" fmla="*/ 10614941 w 12192000"/>
              <a:gd name="connsiteY71" fmla="*/ 487592 h 4939827"/>
              <a:gd name="connsiteX72" fmla="*/ 10674098 w 12192000"/>
              <a:gd name="connsiteY72" fmla="*/ 521656 h 4939827"/>
              <a:gd name="connsiteX73" fmla="*/ 10874834 w 12192000"/>
              <a:gd name="connsiteY73" fmla="*/ 574867 h 4939827"/>
              <a:gd name="connsiteX74" fmla="*/ 10944981 w 12192000"/>
              <a:gd name="connsiteY74" fmla="*/ 615042 h 4939827"/>
              <a:gd name="connsiteX75" fmla="*/ 11006376 w 12192000"/>
              <a:gd name="connsiteY75" fmla="*/ 645957 h 4939827"/>
              <a:gd name="connsiteX76" fmla="*/ 11076308 w 12192000"/>
              <a:gd name="connsiteY76" fmla="*/ 675698 h 4939827"/>
              <a:gd name="connsiteX77" fmla="*/ 11148789 w 12192000"/>
              <a:gd name="connsiteY77" fmla="*/ 685041 h 4939827"/>
              <a:gd name="connsiteX78" fmla="*/ 11249129 w 12192000"/>
              <a:gd name="connsiteY78" fmla="*/ 684218 h 4939827"/>
              <a:gd name="connsiteX79" fmla="*/ 11299915 w 12192000"/>
              <a:gd name="connsiteY79" fmla="*/ 692177 h 4939827"/>
              <a:gd name="connsiteX80" fmla="*/ 11386973 w 12192000"/>
              <a:gd name="connsiteY80" fmla="*/ 708209 h 4939827"/>
              <a:gd name="connsiteX81" fmla="*/ 11500105 w 12192000"/>
              <a:gd name="connsiteY81" fmla="*/ 735014 h 4939827"/>
              <a:gd name="connsiteX82" fmla="*/ 11621735 w 12192000"/>
              <a:gd name="connsiteY82" fmla="*/ 789584 h 4939827"/>
              <a:gd name="connsiteX83" fmla="*/ 11691200 w 12192000"/>
              <a:gd name="connsiteY83" fmla="*/ 867902 h 4939827"/>
              <a:gd name="connsiteX84" fmla="*/ 11819427 w 12192000"/>
              <a:gd name="connsiteY84" fmla="*/ 911634 h 4939827"/>
              <a:gd name="connsiteX85" fmla="*/ 11969720 w 12192000"/>
              <a:gd name="connsiteY85" fmla="*/ 964737 h 4939827"/>
              <a:gd name="connsiteX86" fmla="*/ 12055766 w 12192000"/>
              <a:gd name="connsiteY86" fmla="*/ 991268 h 4939827"/>
              <a:gd name="connsiteX87" fmla="*/ 12171539 w 12192000"/>
              <a:gd name="connsiteY87" fmla="*/ 995427 h 4939827"/>
              <a:gd name="connsiteX88" fmla="*/ 12187831 w 12192000"/>
              <a:gd name="connsiteY88" fmla="*/ 996580 h 4939827"/>
              <a:gd name="connsiteX89" fmla="*/ 12192000 w 12192000"/>
              <a:gd name="connsiteY89" fmla="*/ 996726 h 4939827"/>
              <a:gd name="connsiteX90" fmla="*/ 12192000 w 12192000"/>
              <a:gd name="connsiteY90" fmla="*/ 4939827 h 4939827"/>
              <a:gd name="connsiteX91" fmla="*/ 0 w 12192000"/>
              <a:gd name="connsiteY91" fmla="*/ 4939827 h 4939827"/>
              <a:gd name="connsiteX92" fmla="*/ 0 w 12192000"/>
              <a:gd name="connsiteY92" fmla="*/ 512043 h 4939827"/>
              <a:gd name="connsiteX93" fmla="*/ 7381 w 12192000"/>
              <a:gd name="connsiteY93" fmla="*/ 512580 h 4939827"/>
              <a:gd name="connsiteX94" fmla="*/ 100029 w 12192000"/>
              <a:gd name="connsiteY94" fmla="*/ 504758 h 4939827"/>
              <a:gd name="connsiteX95" fmla="*/ 155244 w 12192000"/>
              <a:gd name="connsiteY95" fmla="*/ 525130 h 4939827"/>
              <a:gd name="connsiteX96" fmla="*/ 254366 w 12192000"/>
              <a:gd name="connsiteY96" fmla="*/ 534449 h 4939827"/>
              <a:gd name="connsiteX97" fmla="*/ 447292 w 12192000"/>
              <a:gd name="connsiteY97" fmla="*/ 542725 h 4939827"/>
              <a:gd name="connsiteX98" fmla="*/ 628105 w 12192000"/>
              <a:gd name="connsiteY98" fmla="*/ 547853 h 4939827"/>
              <a:gd name="connsiteX99" fmla="*/ 783146 w 12192000"/>
              <a:gd name="connsiteY99" fmla="*/ 591799 h 4939827"/>
              <a:gd name="connsiteX100" fmla="*/ 1043676 w 12192000"/>
              <a:gd name="connsiteY100" fmla="*/ 591887 h 4939827"/>
              <a:gd name="connsiteX101" fmla="*/ 1281816 w 12192000"/>
              <a:gd name="connsiteY101" fmla="*/ 520946 h 4939827"/>
              <a:gd name="connsiteX102" fmla="*/ 1486347 w 12192000"/>
              <a:gd name="connsiteY102" fmla="*/ 487310 h 4939827"/>
              <a:gd name="connsiteX103" fmla="*/ 1568079 w 12192000"/>
              <a:gd name="connsiteY103" fmla="*/ 462531 h 4939827"/>
              <a:gd name="connsiteX104" fmla="*/ 1622516 w 12192000"/>
              <a:gd name="connsiteY104" fmla="*/ 466058 h 4939827"/>
              <a:gd name="connsiteX105" fmla="*/ 1655457 w 12192000"/>
              <a:gd name="connsiteY105" fmla="*/ 465359 h 4939827"/>
              <a:gd name="connsiteX106" fmla="*/ 1717454 w 12192000"/>
              <a:gd name="connsiteY106" fmla="*/ 417203 h 4939827"/>
              <a:gd name="connsiteX107" fmla="*/ 1913794 w 12192000"/>
              <a:gd name="connsiteY107" fmla="*/ 365255 h 4939827"/>
              <a:gd name="connsiteX108" fmla="*/ 2129762 w 12192000"/>
              <a:gd name="connsiteY108" fmla="*/ 367832 h 4939827"/>
              <a:gd name="connsiteX109" fmla="*/ 2376970 w 12192000"/>
              <a:gd name="connsiteY109" fmla="*/ 350129 h 4939827"/>
              <a:gd name="connsiteX110" fmla="*/ 2480155 w 12192000"/>
              <a:gd name="connsiteY110" fmla="*/ 359227 h 4939827"/>
              <a:gd name="connsiteX111" fmla="*/ 2586782 w 12192000"/>
              <a:gd name="connsiteY111" fmla="*/ 339352 h 4939827"/>
              <a:gd name="connsiteX112" fmla="*/ 2654496 w 12192000"/>
              <a:gd name="connsiteY112" fmla="*/ 315431 h 4939827"/>
              <a:gd name="connsiteX113" fmla="*/ 2788947 w 12192000"/>
              <a:gd name="connsiteY113" fmla="*/ 250375 h 4939827"/>
              <a:gd name="connsiteX114" fmla="*/ 2885389 w 12192000"/>
              <a:gd name="connsiteY114" fmla="*/ 255259 h 4939827"/>
              <a:gd name="connsiteX115" fmla="*/ 3045916 w 12192000"/>
              <a:gd name="connsiteY115" fmla="*/ 261030 h 4939827"/>
              <a:gd name="connsiteX116" fmla="*/ 3074187 w 12192000"/>
              <a:gd name="connsiteY116" fmla="*/ 243226 h 4939827"/>
              <a:gd name="connsiteX117" fmla="*/ 3103677 w 12192000"/>
              <a:gd name="connsiteY117" fmla="*/ 209527 h 4939827"/>
              <a:gd name="connsiteX118" fmla="*/ 3126759 w 12192000"/>
              <a:gd name="connsiteY118" fmla="*/ 211226 h 4939827"/>
              <a:gd name="connsiteX119" fmla="*/ 3164020 w 12192000"/>
              <a:gd name="connsiteY119" fmla="*/ 212779 h 4939827"/>
              <a:gd name="connsiteX120" fmla="*/ 3285019 w 12192000"/>
              <a:gd name="connsiteY120" fmla="*/ 220535 h 4939827"/>
              <a:gd name="connsiteX121" fmla="*/ 3365154 w 12192000"/>
              <a:gd name="connsiteY121" fmla="*/ 226416 h 4939827"/>
              <a:gd name="connsiteX122" fmla="*/ 3367507 w 12192000"/>
              <a:gd name="connsiteY122" fmla="*/ 225416 h 4939827"/>
              <a:gd name="connsiteX123" fmla="*/ 3387567 w 12192000"/>
              <a:gd name="connsiteY123" fmla="*/ 227103 h 4939827"/>
              <a:gd name="connsiteX124" fmla="*/ 3424753 w 12192000"/>
              <a:gd name="connsiteY124" fmla="*/ 244380 h 4939827"/>
              <a:gd name="connsiteX125" fmla="*/ 3498001 w 12192000"/>
              <a:gd name="connsiteY125" fmla="*/ 231941 h 4939827"/>
              <a:gd name="connsiteX126" fmla="*/ 3561557 w 12192000"/>
              <a:gd name="connsiteY126" fmla="*/ 228095 h 4939827"/>
              <a:gd name="connsiteX127" fmla="*/ 3611920 w 12192000"/>
              <a:gd name="connsiteY127" fmla="*/ 218094 h 4939827"/>
              <a:gd name="connsiteX128" fmla="*/ 3620528 w 12192000"/>
              <a:gd name="connsiteY128" fmla="*/ 218788 h 4939827"/>
              <a:gd name="connsiteX129" fmla="*/ 3620766 w 12192000"/>
              <a:gd name="connsiteY129" fmla="*/ 218511 h 4939827"/>
              <a:gd name="connsiteX130" fmla="*/ 3629977 w 12192000"/>
              <a:gd name="connsiteY130" fmla="*/ 218664 h 4939827"/>
              <a:gd name="connsiteX131" fmla="*/ 3636217 w 12192000"/>
              <a:gd name="connsiteY131" fmla="*/ 220048 h 4939827"/>
              <a:gd name="connsiteX132" fmla="*/ 3709484 w 12192000"/>
              <a:gd name="connsiteY132" fmla="*/ 186927 h 4939827"/>
              <a:gd name="connsiteX133" fmla="*/ 3761342 w 12192000"/>
              <a:gd name="connsiteY133" fmla="*/ 177474 h 4939827"/>
              <a:gd name="connsiteX134" fmla="*/ 3799748 w 12192000"/>
              <a:gd name="connsiteY134" fmla="*/ 167154 h 4939827"/>
              <a:gd name="connsiteX135" fmla="*/ 3812225 w 12192000"/>
              <a:gd name="connsiteY135" fmla="*/ 189020 h 4939827"/>
              <a:gd name="connsiteX136" fmla="*/ 3864537 w 12192000"/>
              <a:gd name="connsiteY136" fmla="*/ 200742 h 4939827"/>
              <a:gd name="connsiteX137" fmla="*/ 4028476 w 12192000"/>
              <a:gd name="connsiteY137" fmla="*/ 223679 h 4939827"/>
              <a:gd name="connsiteX138" fmla="*/ 4191582 w 12192000"/>
              <a:gd name="connsiteY138" fmla="*/ 238952 h 4939827"/>
              <a:gd name="connsiteX139" fmla="*/ 4251024 w 12192000"/>
              <a:gd name="connsiteY139" fmla="*/ 240874 h 4939827"/>
              <a:gd name="connsiteX140" fmla="*/ 4355275 w 12192000"/>
              <a:gd name="connsiteY140" fmla="*/ 260205 h 4939827"/>
              <a:gd name="connsiteX141" fmla="*/ 4423807 w 12192000"/>
              <a:gd name="connsiteY141" fmla="*/ 270366 h 4939827"/>
              <a:gd name="connsiteX142" fmla="*/ 4558432 w 12192000"/>
              <a:gd name="connsiteY142" fmla="*/ 269194 h 4939827"/>
              <a:gd name="connsiteX143" fmla="*/ 4635061 w 12192000"/>
              <a:gd name="connsiteY143" fmla="*/ 280682 h 4939827"/>
              <a:gd name="connsiteX144" fmla="*/ 4807427 w 12192000"/>
              <a:gd name="connsiteY144" fmla="*/ 276835 h 4939827"/>
              <a:gd name="connsiteX145" fmla="*/ 5028933 w 12192000"/>
              <a:gd name="connsiteY145" fmla="*/ 183887 h 4939827"/>
              <a:gd name="connsiteX146" fmla="*/ 5093642 w 12192000"/>
              <a:gd name="connsiteY146" fmla="*/ 177214 h 4939827"/>
              <a:gd name="connsiteX147" fmla="*/ 5102642 w 12192000"/>
              <a:gd name="connsiteY147" fmla="*/ 186816 h 4939827"/>
              <a:gd name="connsiteX148" fmla="*/ 5193590 w 12192000"/>
              <a:gd name="connsiteY148" fmla="*/ 136361 h 4939827"/>
              <a:gd name="connsiteX149" fmla="*/ 5323922 w 12192000"/>
              <a:gd name="connsiteY149" fmla="*/ 146332 h 4939827"/>
              <a:gd name="connsiteX150" fmla="*/ 5421860 w 12192000"/>
              <a:gd name="connsiteY150" fmla="*/ 167298 h 4939827"/>
              <a:gd name="connsiteX151" fmla="*/ 5476948 w 12192000"/>
              <a:gd name="connsiteY151" fmla="*/ 173249 h 4939827"/>
              <a:gd name="connsiteX152" fmla="*/ 5516842 w 12192000"/>
              <a:gd name="connsiteY152" fmla="*/ 184018 h 4939827"/>
              <a:gd name="connsiteX153" fmla="*/ 5619415 w 12192000"/>
              <a:gd name="connsiteY153" fmla="*/ 176781 h 4939827"/>
              <a:gd name="connsiteX154" fmla="*/ 5789867 w 12192000"/>
              <a:gd name="connsiteY154" fmla="*/ 150304 h 4939827"/>
              <a:gd name="connsiteX155" fmla="*/ 5825953 w 12192000"/>
              <a:gd name="connsiteY155" fmla="*/ 147907 h 4939827"/>
              <a:gd name="connsiteX156" fmla="*/ 5856168 w 12192000"/>
              <a:gd name="connsiteY156" fmla="*/ 158719 h 4939827"/>
              <a:gd name="connsiteX157" fmla="*/ 5862476 w 12192000"/>
              <a:gd name="connsiteY157" fmla="*/ 172447 h 4939827"/>
              <a:gd name="connsiteX158" fmla="*/ 5882195 w 12192000"/>
              <a:gd name="connsiteY158" fmla="*/ 173195 h 4939827"/>
              <a:gd name="connsiteX159" fmla="*/ 5887271 w 12192000"/>
              <a:gd name="connsiteY159" fmla="*/ 176084 h 4939827"/>
              <a:gd name="connsiteX160" fmla="*/ 5921577 w 12192000"/>
              <a:gd name="connsiteY160" fmla="*/ 169858 h 4939827"/>
              <a:gd name="connsiteX161" fmla="*/ 5983240 w 12192000"/>
              <a:gd name="connsiteY161" fmla="*/ 152755 h 4939827"/>
              <a:gd name="connsiteX162" fmla="*/ 6152287 w 12192000"/>
              <a:gd name="connsiteY162" fmla="*/ 116736 h 4939827"/>
              <a:gd name="connsiteX163" fmla="*/ 6415830 w 12192000"/>
              <a:gd name="connsiteY163" fmla="*/ 136006 h 4939827"/>
              <a:gd name="connsiteX164" fmla="*/ 6756965 w 12192000"/>
              <a:gd name="connsiteY164" fmla="*/ 57636 h 4939827"/>
              <a:gd name="connsiteX165" fmla="*/ 6819400 w 12192000"/>
              <a:gd name="connsiteY165" fmla="*/ 30742 h 4939827"/>
              <a:gd name="connsiteX166" fmla="*/ 6986370 w 12192000"/>
              <a:gd name="connsiteY166" fmla="*/ 12659 h 4939827"/>
              <a:gd name="connsiteX167" fmla="*/ 6989536 w 12192000"/>
              <a:gd name="connsiteY167" fmla="*/ 14528 h 4939827"/>
              <a:gd name="connsiteX168" fmla="*/ 7015933 w 12192000"/>
              <a:gd name="connsiteY168" fmla="*/ 9653 h 4939827"/>
              <a:gd name="connsiteX169" fmla="*/ 7020592 w 12192000"/>
              <a:gd name="connsiteY169" fmla="*/ 1651 h 4939827"/>
              <a:gd name="connsiteX170" fmla="*/ 7025905 w 12192000"/>
              <a:gd name="connsiteY170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52584 w 12192000"/>
              <a:gd name="connsiteY17" fmla="*/ 170181 h 4939827"/>
              <a:gd name="connsiteX18" fmla="*/ 8009534 w 12192000"/>
              <a:gd name="connsiteY18" fmla="*/ 176441 h 4939827"/>
              <a:gd name="connsiteX19" fmla="*/ 8058681 w 12192000"/>
              <a:gd name="connsiteY19" fmla="*/ 219431 h 4939827"/>
              <a:gd name="connsiteX20" fmla="*/ 8126175 w 12192000"/>
              <a:gd name="connsiteY20" fmla="*/ 240005 h 4939827"/>
              <a:gd name="connsiteX21" fmla="*/ 8166439 w 12192000"/>
              <a:gd name="connsiteY21" fmla="*/ 252699 h 4939827"/>
              <a:gd name="connsiteX22" fmla="*/ 8281371 w 12192000"/>
              <a:gd name="connsiteY22" fmla="*/ 256875 h 4939827"/>
              <a:gd name="connsiteX23" fmla="*/ 8381609 w 12192000"/>
              <a:gd name="connsiteY23" fmla="*/ 240618 h 4939827"/>
              <a:gd name="connsiteX24" fmla="*/ 8406759 w 12192000"/>
              <a:gd name="connsiteY24" fmla="*/ 232517 h 4939827"/>
              <a:gd name="connsiteX25" fmla="*/ 8426506 w 12192000"/>
              <a:gd name="connsiteY25" fmla="*/ 241842 h 4939827"/>
              <a:gd name="connsiteX26" fmla="*/ 8427949 w 12192000"/>
              <a:gd name="connsiteY26" fmla="*/ 240981 h 4939827"/>
              <a:gd name="connsiteX27" fmla="*/ 8441468 w 12192000"/>
              <a:gd name="connsiteY27" fmla="*/ 241157 h 4939827"/>
              <a:gd name="connsiteX28" fmla="*/ 8565757 w 12192000"/>
              <a:gd name="connsiteY28" fmla="*/ 255317 h 4939827"/>
              <a:gd name="connsiteX29" fmla="*/ 8573171 w 12192000"/>
              <a:gd name="connsiteY29" fmla="*/ 258426 h 4939827"/>
              <a:gd name="connsiteX30" fmla="*/ 8573548 w 12192000"/>
              <a:gd name="connsiteY30" fmla="*/ 258241 h 4939827"/>
              <a:gd name="connsiteX31" fmla="*/ 8581827 w 12192000"/>
              <a:gd name="connsiteY31" fmla="*/ 261028 h 4939827"/>
              <a:gd name="connsiteX32" fmla="*/ 8586687 w 12192000"/>
              <a:gd name="connsiteY32" fmla="*/ 264089 h 4939827"/>
              <a:gd name="connsiteX33" fmla="*/ 8601067 w 12192000"/>
              <a:gd name="connsiteY33" fmla="*/ 270114 h 4939827"/>
              <a:gd name="connsiteX34" fmla="*/ 8672650 w 12192000"/>
              <a:gd name="connsiteY34" fmla="*/ 254821 h 4939827"/>
              <a:gd name="connsiteX35" fmla="*/ 8785543 w 12192000"/>
              <a:gd name="connsiteY35" fmla="*/ 263406 h 4939827"/>
              <a:gd name="connsiteX36" fmla="*/ 8830588 w 12192000"/>
              <a:gd name="connsiteY36" fmla="*/ 265483 h 4939827"/>
              <a:gd name="connsiteX37" fmla="*/ 8905142 w 12192000"/>
              <a:gd name="connsiteY37" fmla="*/ 264958 h 4939827"/>
              <a:gd name="connsiteX38" fmla="*/ 8968582 w 12192000"/>
              <a:gd name="connsiteY38" fmla="*/ 262728 h 4939827"/>
              <a:gd name="connsiteX39" fmla="*/ 8972994 w 12192000"/>
              <a:gd name="connsiteY39" fmla="*/ 263284 h 4939827"/>
              <a:gd name="connsiteX40" fmla="*/ 9004605 w 12192000"/>
              <a:gd name="connsiteY40" fmla="*/ 258041 h 4939827"/>
              <a:gd name="connsiteX41" fmla="*/ 9016165 w 12192000"/>
              <a:gd name="connsiteY41" fmla="*/ 261258 h 4939827"/>
              <a:gd name="connsiteX42" fmla="*/ 9043297 w 12192000"/>
              <a:gd name="connsiteY42" fmla="*/ 281547 h 4939827"/>
              <a:gd name="connsiteX43" fmla="*/ 9048315 w 12192000"/>
              <a:gd name="connsiteY43" fmla="*/ 279264 h 4939827"/>
              <a:gd name="connsiteX44" fmla="*/ 9054706 w 12192000"/>
              <a:gd name="connsiteY44" fmla="*/ 278538 h 4939827"/>
              <a:gd name="connsiteX45" fmla="*/ 9070919 w 12192000"/>
              <a:gd name="connsiteY45" fmla="*/ 281810 h 4939827"/>
              <a:gd name="connsiteX46" fmla="*/ 9076813 w 12192000"/>
              <a:gd name="connsiteY46" fmla="*/ 283909 h 4939827"/>
              <a:gd name="connsiteX47" fmla="*/ 9085871 w 12192000"/>
              <a:gd name="connsiteY47" fmla="*/ 285133 h 4939827"/>
              <a:gd name="connsiteX48" fmla="*/ 9086159 w 12192000"/>
              <a:gd name="connsiteY48" fmla="*/ 284887 h 4939827"/>
              <a:gd name="connsiteX49" fmla="*/ 9134606 w 12192000"/>
              <a:gd name="connsiteY49" fmla="*/ 288168 h 4939827"/>
              <a:gd name="connsiteX50" fmla="*/ 9195590 w 12192000"/>
              <a:gd name="connsiteY50" fmla="*/ 279568 h 4939827"/>
              <a:gd name="connsiteX51" fmla="*/ 9219336 w 12192000"/>
              <a:gd name="connsiteY51" fmla="*/ 278133 h 4939827"/>
              <a:gd name="connsiteX52" fmla="*/ 9232362 w 12192000"/>
              <a:gd name="connsiteY52" fmla="*/ 275894 h 4939827"/>
              <a:gd name="connsiteX53" fmla="*/ 9233396 w 12192000"/>
              <a:gd name="connsiteY53" fmla="*/ 274803 h 4939827"/>
              <a:gd name="connsiteX54" fmla="*/ 9256213 w 12192000"/>
              <a:gd name="connsiteY54" fmla="*/ 281576 h 4939827"/>
              <a:gd name="connsiteX55" fmla="*/ 9262377 w 12192000"/>
              <a:gd name="connsiteY55" fmla="*/ 286635 h 4939827"/>
              <a:gd name="connsiteX56" fmla="*/ 9287089 w 12192000"/>
              <a:gd name="connsiteY56" fmla="*/ 303891 h 4939827"/>
              <a:gd name="connsiteX57" fmla="*/ 9371484 w 12192000"/>
              <a:gd name="connsiteY57" fmla="*/ 329634 h 4939827"/>
              <a:gd name="connsiteX58" fmla="*/ 9404829 w 12192000"/>
              <a:gd name="connsiteY58" fmla="*/ 339038 h 4939827"/>
              <a:gd name="connsiteX59" fmla="*/ 9427021 w 12192000"/>
              <a:gd name="connsiteY59" fmla="*/ 358784 h 4939827"/>
              <a:gd name="connsiteX60" fmla="*/ 9670844 w 12192000"/>
              <a:gd name="connsiteY60" fmla="*/ 405128 h 4939827"/>
              <a:gd name="connsiteX61" fmla="*/ 9816083 w 12192000"/>
              <a:gd name="connsiteY61" fmla="*/ 416573 h 4939827"/>
              <a:gd name="connsiteX62" fmla="*/ 9936741 w 12192000"/>
              <a:gd name="connsiteY62" fmla="*/ 437044 h 4939827"/>
              <a:gd name="connsiteX63" fmla="*/ 10050093 w 12192000"/>
              <a:gd name="connsiteY63" fmla="*/ 443783 h 4939827"/>
              <a:gd name="connsiteX64" fmla="*/ 10130090 w 12192000"/>
              <a:gd name="connsiteY64" fmla="*/ 459520 h 4939827"/>
              <a:gd name="connsiteX65" fmla="*/ 10173456 w 12192000"/>
              <a:gd name="connsiteY65" fmla="*/ 457749 h 4939827"/>
              <a:gd name="connsiteX66" fmla="*/ 10218232 w 12192000"/>
              <a:gd name="connsiteY66" fmla="*/ 459820 h 4939827"/>
              <a:gd name="connsiteX67" fmla="*/ 10354176 w 12192000"/>
              <a:gd name="connsiteY67" fmla="*/ 471377 h 4939827"/>
              <a:gd name="connsiteX68" fmla="*/ 10430681 w 12192000"/>
              <a:gd name="connsiteY68" fmla="*/ 481226 h 4939827"/>
              <a:gd name="connsiteX69" fmla="*/ 10478169 w 12192000"/>
              <a:gd name="connsiteY69" fmla="*/ 481774 h 4939827"/>
              <a:gd name="connsiteX70" fmla="*/ 10540907 w 12192000"/>
              <a:gd name="connsiteY70" fmla="*/ 485607 h 4939827"/>
              <a:gd name="connsiteX71" fmla="*/ 10614941 w 12192000"/>
              <a:gd name="connsiteY71" fmla="*/ 487592 h 4939827"/>
              <a:gd name="connsiteX72" fmla="*/ 10674098 w 12192000"/>
              <a:gd name="connsiteY72" fmla="*/ 521656 h 4939827"/>
              <a:gd name="connsiteX73" fmla="*/ 10874834 w 12192000"/>
              <a:gd name="connsiteY73" fmla="*/ 574867 h 4939827"/>
              <a:gd name="connsiteX74" fmla="*/ 10944981 w 12192000"/>
              <a:gd name="connsiteY74" fmla="*/ 615042 h 4939827"/>
              <a:gd name="connsiteX75" fmla="*/ 11006376 w 12192000"/>
              <a:gd name="connsiteY75" fmla="*/ 645957 h 4939827"/>
              <a:gd name="connsiteX76" fmla="*/ 11076308 w 12192000"/>
              <a:gd name="connsiteY76" fmla="*/ 675698 h 4939827"/>
              <a:gd name="connsiteX77" fmla="*/ 11148789 w 12192000"/>
              <a:gd name="connsiteY77" fmla="*/ 685041 h 4939827"/>
              <a:gd name="connsiteX78" fmla="*/ 11249129 w 12192000"/>
              <a:gd name="connsiteY78" fmla="*/ 684218 h 4939827"/>
              <a:gd name="connsiteX79" fmla="*/ 11299915 w 12192000"/>
              <a:gd name="connsiteY79" fmla="*/ 692177 h 4939827"/>
              <a:gd name="connsiteX80" fmla="*/ 11386973 w 12192000"/>
              <a:gd name="connsiteY80" fmla="*/ 708209 h 4939827"/>
              <a:gd name="connsiteX81" fmla="*/ 11500105 w 12192000"/>
              <a:gd name="connsiteY81" fmla="*/ 735014 h 4939827"/>
              <a:gd name="connsiteX82" fmla="*/ 11621735 w 12192000"/>
              <a:gd name="connsiteY82" fmla="*/ 789584 h 4939827"/>
              <a:gd name="connsiteX83" fmla="*/ 11691200 w 12192000"/>
              <a:gd name="connsiteY83" fmla="*/ 867902 h 4939827"/>
              <a:gd name="connsiteX84" fmla="*/ 11819427 w 12192000"/>
              <a:gd name="connsiteY84" fmla="*/ 911634 h 4939827"/>
              <a:gd name="connsiteX85" fmla="*/ 11969720 w 12192000"/>
              <a:gd name="connsiteY85" fmla="*/ 964737 h 4939827"/>
              <a:gd name="connsiteX86" fmla="*/ 12055766 w 12192000"/>
              <a:gd name="connsiteY86" fmla="*/ 991268 h 4939827"/>
              <a:gd name="connsiteX87" fmla="*/ 12171539 w 12192000"/>
              <a:gd name="connsiteY87" fmla="*/ 995427 h 4939827"/>
              <a:gd name="connsiteX88" fmla="*/ 12187831 w 12192000"/>
              <a:gd name="connsiteY88" fmla="*/ 996580 h 4939827"/>
              <a:gd name="connsiteX89" fmla="*/ 12192000 w 12192000"/>
              <a:gd name="connsiteY89" fmla="*/ 996726 h 4939827"/>
              <a:gd name="connsiteX90" fmla="*/ 12192000 w 12192000"/>
              <a:gd name="connsiteY90" fmla="*/ 4939827 h 4939827"/>
              <a:gd name="connsiteX91" fmla="*/ 0 w 12192000"/>
              <a:gd name="connsiteY91" fmla="*/ 4939827 h 4939827"/>
              <a:gd name="connsiteX92" fmla="*/ 0 w 12192000"/>
              <a:gd name="connsiteY92" fmla="*/ 512043 h 4939827"/>
              <a:gd name="connsiteX93" fmla="*/ 7381 w 12192000"/>
              <a:gd name="connsiteY93" fmla="*/ 512580 h 4939827"/>
              <a:gd name="connsiteX94" fmla="*/ 100029 w 12192000"/>
              <a:gd name="connsiteY94" fmla="*/ 504758 h 4939827"/>
              <a:gd name="connsiteX95" fmla="*/ 155244 w 12192000"/>
              <a:gd name="connsiteY95" fmla="*/ 525130 h 4939827"/>
              <a:gd name="connsiteX96" fmla="*/ 254366 w 12192000"/>
              <a:gd name="connsiteY96" fmla="*/ 534449 h 4939827"/>
              <a:gd name="connsiteX97" fmla="*/ 447292 w 12192000"/>
              <a:gd name="connsiteY97" fmla="*/ 542725 h 4939827"/>
              <a:gd name="connsiteX98" fmla="*/ 628105 w 12192000"/>
              <a:gd name="connsiteY98" fmla="*/ 547853 h 4939827"/>
              <a:gd name="connsiteX99" fmla="*/ 783146 w 12192000"/>
              <a:gd name="connsiteY99" fmla="*/ 591799 h 4939827"/>
              <a:gd name="connsiteX100" fmla="*/ 1043676 w 12192000"/>
              <a:gd name="connsiteY100" fmla="*/ 591887 h 4939827"/>
              <a:gd name="connsiteX101" fmla="*/ 1281816 w 12192000"/>
              <a:gd name="connsiteY101" fmla="*/ 520946 h 4939827"/>
              <a:gd name="connsiteX102" fmla="*/ 1486347 w 12192000"/>
              <a:gd name="connsiteY102" fmla="*/ 487310 h 4939827"/>
              <a:gd name="connsiteX103" fmla="*/ 1568079 w 12192000"/>
              <a:gd name="connsiteY103" fmla="*/ 462531 h 4939827"/>
              <a:gd name="connsiteX104" fmla="*/ 1622516 w 12192000"/>
              <a:gd name="connsiteY104" fmla="*/ 466058 h 4939827"/>
              <a:gd name="connsiteX105" fmla="*/ 1655457 w 12192000"/>
              <a:gd name="connsiteY105" fmla="*/ 465359 h 4939827"/>
              <a:gd name="connsiteX106" fmla="*/ 1717454 w 12192000"/>
              <a:gd name="connsiteY106" fmla="*/ 417203 h 4939827"/>
              <a:gd name="connsiteX107" fmla="*/ 1913794 w 12192000"/>
              <a:gd name="connsiteY107" fmla="*/ 365255 h 4939827"/>
              <a:gd name="connsiteX108" fmla="*/ 2129762 w 12192000"/>
              <a:gd name="connsiteY108" fmla="*/ 367832 h 4939827"/>
              <a:gd name="connsiteX109" fmla="*/ 2376970 w 12192000"/>
              <a:gd name="connsiteY109" fmla="*/ 350129 h 4939827"/>
              <a:gd name="connsiteX110" fmla="*/ 2480155 w 12192000"/>
              <a:gd name="connsiteY110" fmla="*/ 359227 h 4939827"/>
              <a:gd name="connsiteX111" fmla="*/ 2586782 w 12192000"/>
              <a:gd name="connsiteY111" fmla="*/ 339352 h 4939827"/>
              <a:gd name="connsiteX112" fmla="*/ 2654496 w 12192000"/>
              <a:gd name="connsiteY112" fmla="*/ 315431 h 4939827"/>
              <a:gd name="connsiteX113" fmla="*/ 2788947 w 12192000"/>
              <a:gd name="connsiteY113" fmla="*/ 250375 h 4939827"/>
              <a:gd name="connsiteX114" fmla="*/ 2885389 w 12192000"/>
              <a:gd name="connsiteY114" fmla="*/ 255259 h 4939827"/>
              <a:gd name="connsiteX115" fmla="*/ 3045916 w 12192000"/>
              <a:gd name="connsiteY115" fmla="*/ 261030 h 4939827"/>
              <a:gd name="connsiteX116" fmla="*/ 3074187 w 12192000"/>
              <a:gd name="connsiteY116" fmla="*/ 243226 h 4939827"/>
              <a:gd name="connsiteX117" fmla="*/ 3103677 w 12192000"/>
              <a:gd name="connsiteY117" fmla="*/ 209527 h 4939827"/>
              <a:gd name="connsiteX118" fmla="*/ 3126759 w 12192000"/>
              <a:gd name="connsiteY118" fmla="*/ 211226 h 4939827"/>
              <a:gd name="connsiteX119" fmla="*/ 3164020 w 12192000"/>
              <a:gd name="connsiteY119" fmla="*/ 212779 h 4939827"/>
              <a:gd name="connsiteX120" fmla="*/ 3285019 w 12192000"/>
              <a:gd name="connsiteY120" fmla="*/ 220535 h 4939827"/>
              <a:gd name="connsiteX121" fmla="*/ 3365154 w 12192000"/>
              <a:gd name="connsiteY121" fmla="*/ 226416 h 4939827"/>
              <a:gd name="connsiteX122" fmla="*/ 3367507 w 12192000"/>
              <a:gd name="connsiteY122" fmla="*/ 225416 h 4939827"/>
              <a:gd name="connsiteX123" fmla="*/ 3387567 w 12192000"/>
              <a:gd name="connsiteY123" fmla="*/ 227103 h 4939827"/>
              <a:gd name="connsiteX124" fmla="*/ 3424753 w 12192000"/>
              <a:gd name="connsiteY124" fmla="*/ 244380 h 4939827"/>
              <a:gd name="connsiteX125" fmla="*/ 3498001 w 12192000"/>
              <a:gd name="connsiteY125" fmla="*/ 231941 h 4939827"/>
              <a:gd name="connsiteX126" fmla="*/ 3561557 w 12192000"/>
              <a:gd name="connsiteY126" fmla="*/ 228095 h 4939827"/>
              <a:gd name="connsiteX127" fmla="*/ 3611920 w 12192000"/>
              <a:gd name="connsiteY127" fmla="*/ 218094 h 4939827"/>
              <a:gd name="connsiteX128" fmla="*/ 3620528 w 12192000"/>
              <a:gd name="connsiteY128" fmla="*/ 218788 h 4939827"/>
              <a:gd name="connsiteX129" fmla="*/ 3620766 w 12192000"/>
              <a:gd name="connsiteY129" fmla="*/ 218511 h 4939827"/>
              <a:gd name="connsiteX130" fmla="*/ 3629977 w 12192000"/>
              <a:gd name="connsiteY130" fmla="*/ 218664 h 4939827"/>
              <a:gd name="connsiteX131" fmla="*/ 3636217 w 12192000"/>
              <a:gd name="connsiteY131" fmla="*/ 220048 h 4939827"/>
              <a:gd name="connsiteX132" fmla="*/ 3709484 w 12192000"/>
              <a:gd name="connsiteY132" fmla="*/ 186927 h 4939827"/>
              <a:gd name="connsiteX133" fmla="*/ 3761342 w 12192000"/>
              <a:gd name="connsiteY133" fmla="*/ 177474 h 4939827"/>
              <a:gd name="connsiteX134" fmla="*/ 3799748 w 12192000"/>
              <a:gd name="connsiteY134" fmla="*/ 167154 h 4939827"/>
              <a:gd name="connsiteX135" fmla="*/ 3812225 w 12192000"/>
              <a:gd name="connsiteY135" fmla="*/ 189020 h 4939827"/>
              <a:gd name="connsiteX136" fmla="*/ 3864537 w 12192000"/>
              <a:gd name="connsiteY136" fmla="*/ 200742 h 4939827"/>
              <a:gd name="connsiteX137" fmla="*/ 4028476 w 12192000"/>
              <a:gd name="connsiteY137" fmla="*/ 223679 h 4939827"/>
              <a:gd name="connsiteX138" fmla="*/ 4191582 w 12192000"/>
              <a:gd name="connsiteY138" fmla="*/ 238952 h 4939827"/>
              <a:gd name="connsiteX139" fmla="*/ 4251024 w 12192000"/>
              <a:gd name="connsiteY139" fmla="*/ 240874 h 4939827"/>
              <a:gd name="connsiteX140" fmla="*/ 4355275 w 12192000"/>
              <a:gd name="connsiteY140" fmla="*/ 260205 h 4939827"/>
              <a:gd name="connsiteX141" fmla="*/ 4423807 w 12192000"/>
              <a:gd name="connsiteY141" fmla="*/ 270366 h 4939827"/>
              <a:gd name="connsiteX142" fmla="*/ 4558432 w 12192000"/>
              <a:gd name="connsiteY142" fmla="*/ 269194 h 4939827"/>
              <a:gd name="connsiteX143" fmla="*/ 4635061 w 12192000"/>
              <a:gd name="connsiteY143" fmla="*/ 280682 h 4939827"/>
              <a:gd name="connsiteX144" fmla="*/ 4807427 w 12192000"/>
              <a:gd name="connsiteY144" fmla="*/ 276835 h 4939827"/>
              <a:gd name="connsiteX145" fmla="*/ 5028933 w 12192000"/>
              <a:gd name="connsiteY145" fmla="*/ 183887 h 4939827"/>
              <a:gd name="connsiteX146" fmla="*/ 5093642 w 12192000"/>
              <a:gd name="connsiteY146" fmla="*/ 177214 h 4939827"/>
              <a:gd name="connsiteX147" fmla="*/ 5102642 w 12192000"/>
              <a:gd name="connsiteY147" fmla="*/ 186816 h 4939827"/>
              <a:gd name="connsiteX148" fmla="*/ 5193590 w 12192000"/>
              <a:gd name="connsiteY148" fmla="*/ 156458 h 4939827"/>
              <a:gd name="connsiteX149" fmla="*/ 5323922 w 12192000"/>
              <a:gd name="connsiteY149" fmla="*/ 146332 h 4939827"/>
              <a:gd name="connsiteX150" fmla="*/ 5421860 w 12192000"/>
              <a:gd name="connsiteY150" fmla="*/ 167298 h 4939827"/>
              <a:gd name="connsiteX151" fmla="*/ 5476948 w 12192000"/>
              <a:gd name="connsiteY151" fmla="*/ 173249 h 4939827"/>
              <a:gd name="connsiteX152" fmla="*/ 5516842 w 12192000"/>
              <a:gd name="connsiteY152" fmla="*/ 184018 h 4939827"/>
              <a:gd name="connsiteX153" fmla="*/ 5619415 w 12192000"/>
              <a:gd name="connsiteY153" fmla="*/ 176781 h 4939827"/>
              <a:gd name="connsiteX154" fmla="*/ 5789867 w 12192000"/>
              <a:gd name="connsiteY154" fmla="*/ 150304 h 4939827"/>
              <a:gd name="connsiteX155" fmla="*/ 5825953 w 12192000"/>
              <a:gd name="connsiteY155" fmla="*/ 147907 h 4939827"/>
              <a:gd name="connsiteX156" fmla="*/ 5856168 w 12192000"/>
              <a:gd name="connsiteY156" fmla="*/ 158719 h 4939827"/>
              <a:gd name="connsiteX157" fmla="*/ 5862476 w 12192000"/>
              <a:gd name="connsiteY157" fmla="*/ 172447 h 4939827"/>
              <a:gd name="connsiteX158" fmla="*/ 5882195 w 12192000"/>
              <a:gd name="connsiteY158" fmla="*/ 173195 h 4939827"/>
              <a:gd name="connsiteX159" fmla="*/ 5887271 w 12192000"/>
              <a:gd name="connsiteY159" fmla="*/ 176084 h 4939827"/>
              <a:gd name="connsiteX160" fmla="*/ 5921577 w 12192000"/>
              <a:gd name="connsiteY160" fmla="*/ 169858 h 4939827"/>
              <a:gd name="connsiteX161" fmla="*/ 5983240 w 12192000"/>
              <a:gd name="connsiteY161" fmla="*/ 152755 h 4939827"/>
              <a:gd name="connsiteX162" fmla="*/ 6152287 w 12192000"/>
              <a:gd name="connsiteY162" fmla="*/ 116736 h 4939827"/>
              <a:gd name="connsiteX163" fmla="*/ 6415830 w 12192000"/>
              <a:gd name="connsiteY163" fmla="*/ 136006 h 4939827"/>
              <a:gd name="connsiteX164" fmla="*/ 6756965 w 12192000"/>
              <a:gd name="connsiteY164" fmla="*/ 57636 h 4939827"/>
              <a:gd name="connsiteX165" fmla="*/ 6819400 w 12192000"/>
              <a:gd name="connsiteY165" fmla="*/ 30742 h 4939827"/>
              <a:gd name="connsiteX166" fmla="*/ 6986370 w 12192000"/>
              <a:gd name="connsiteY166" fmla="*/ 12659 h 4939827"/>
              <a:gd name="connsiteX167" fmla="*/ 6989536 w 12192000"/>
              <a:gd name="connsiteY167" fmla="*/ 14528 h 4939827"/>
              <a:gd name="connsiteX168" fmla="*/ 7015933 w 12192000"/>
              <a:gd name="connsiteY168" fmla="*/ 9653 h 4939827"/>
              <a:gd name="connsiteX169" fmla="*/ 7020592 w 12192000"/>
              <a:gd name="connsiteY169" fmla="*/ 1651 h 4939827"/>
              <a:gd name="connsiteX170" fmla="*/ 7025905 w 12192000"/>
              <a:gd name="connsiteY170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52584 w 12192000"/>
              <a:gd name="connsiteY17" fmla="*/ 170181 h 4939827"/>
              <a:gd name="connsiteX18" fmla="*/ 8009534 w 12192000"/>
              <a:gd name="connsiteY18" fmla="*/ 176441 h 4939827"/>
              <a:gd name="connsiteX19" fmla="*/ 8058681 w 12192000"/>
              <a:gd name="connsiteY19" fmla="*/ 219431 h 4939827"/>
              <a:gd name="connsiteX20" fmla="*/ 8126175 w 12192000"/>
              <a:gd name="connsiteY20" fmla="*/ 240005 h 4939827"/>
              <a:gd name="connsiteX21" fmla="*/ 8166439 w 12192000"/>
              <a:gd name="connsiteY21" fmla="*/ 252699 h 4939827"/>
              <a:gd name="connsiteX22" fmla="*/ 8281371 w 12192000"/>
              <a:gd name="connsiteY22" fmla="*/ 256875 h 4939827"/>
              <a:gd name="connsiteX23" fmla="*/ 8381609 w 12192000"/>
              <a:gd name="connsiteY23" fmla="*/ 240618 h 4939827"/>
              <a:gd name="connsiteX24" fmla="*/ 8406759 w 12192000"/>
              <a:gd name="connsiteY24" fmla="*/ 232517 h 4939827"/>
              <a:gd name="connsiteX25" fmla="*/ 8426506 w 12192000"/>
              <a:gd name="connsiteY25" fmla="*/ 241842 h 4939827"/>
              <a:gd name="connsiteX26" fmla="*/ 8427949 w 12192000"/>
              <a:gd name="connsiteY26" fmla="*/ 240981 h 4939827"/>
              <a:gd name="connsiteX27" fmla="*/ 8441468 w 12192000"/>
              <a:gd name="connsiteY27" fmla="*/ 241157 h 4939827"/>
              <a:gd name="connsiteX28" fmla="*/ 8565757 w 12192000"/>
              <a:gd name="connsiteY28" fmla="*/ 255317 h 4939827"/>
              <a:gd name="connsiteX29" fmla="*/ 8573171 w 12192000"/>
              <a:gd name="connsiteY29" fmla="*/ 258426 h 4939827"/>
              <a:gd name="connsiteX30" fmla="*/ 8573548 w 12192000"/>
              <a:gd name="connsiteY30" fmla="*/ 258241 h 4939827"/>
              <a:gd name="connsiteX31" fmla="*/ 8581827 w 12192000"/>
              <a:gd name="connsiteY31" fmla="*/ 261028 h 4939827"/>
              <a:gd name="connsiteX32" fmla="*/ 8586687 w 12192000"/>
              <a:gd name="connsiteY32" fmla="*/ 264089 h 4939827"/>
              <a:gd name="connsiteX33" fmla="*/ 8601067 w 12192000"/>
              <a:gd name="connsiteY33" fmla="*/ 270114 h 4939827"/>
              <a:gd name="connsiteX34" fmla="*/ 8672650 w 12192000"/>
              <a:gd name="connsiteY34" fmla="*/ 254821 h 4939827"/>
              <a:gd name="connsiteX35" fmla="*/ 8785543 w 12192000"/>
              <a:gd name="connsiteY35" fmla="*/ 263406 h 4939827"/>
              <a:gd name="connsiteX36" fmla="*/ 8830588 w 12192000"/>
              <a:gd name="connsiteY36" fmla="*/ 265483 h 4939827"/>
              <a:gd name="connsiteX37" fmla="*/ 8905142 w 12192000"/>
              <a:gd name="connsiteY37" fmla="*/ 264958 h 4939827"/>
              <a:gd name="connsiteX38" fmla="*/ 8968582 w 12192000"/>
              <a:gd name="connsiteY38" fmla="*/ 262728 h 4939827"/>
              <a:gd name="connsiteX39" fmla="*/ 8972994 w 12192000"/>
              <a:gd name="connsiteY39" fmla="*/ 263284 h 4939827"/>
              <a:gd name="connsiteX40" fmla="*/ 9004605 w 12192000"/>
              <a:gd name="connsiteY40" fmla="*/ 258041 h 4939827"/>
              <a:gd name="connsiteX41" fmla="*/ 9016165 w 12192000"/>
              <a:gd name="connsiteY41" fmla="*/ 261258 h 4939827"/>
              <a:gd name="connsiteX42" fmla="*/ 9043297 w 12192000"/>
              <a:gd name="connsiteY42" fmla="*/ 281547 h 4939827"/>
              <a:gd name="connsiteX43" fmla="*/ 9048315 w 12192000"/>
              <a:gd name="connsiteY43" fmla="*/ 279264 h 4939827"/>
              <a:gd name="connsiteX44" fmla="*/ 9054706 w 12192000"/>
              <a:gd name="connsiteY44" fmla="*/ 278538 h 4939827"/>
              <a:gd name="connsiteX45" fmla="*/ 9070919 w 12192000"/>
              <a:gd name="connsiteY45" fmla="*/ 281810 h 4939827"/>
              <a:gd name="connsiteX46" fmla="*/ 9076813 w 12192000"/>
              <a:gd name="connsiteY46" fmla="*/ 283909 h 4939827"/>
              <a:gd name="connsiteX47" fmla="*/ 9085871 w 12192000"/>
              <a:gd name="connsiteY47" fmla="*/ 285133 h 4939827"/>
              <a:gd name="connsiteX48" fmla="*/ 9086159 w 12192000"/>
              <a:gd name="connsiteY48" fmla="*/ 284887 h 4939827"/>
              <a:gd name="connsiteX49" fmla="*/ 9134606 w 12192000"/>
              <a:gd name="connsiteY49" fmla="*/ 288168 h 4939827"/>
              <a:gd name="connsiteX50" fmla="*/ 9195590 w 12192000"/>
              <a:gd name="connsiteY50" fmla="*/ 279568 h 4939827"/>
              <a:gd name="connsiteX51" fmla="*/ 9219336 w 12192000"/>
              <a:gd name="connsiteY51" fmla="*/ 278133 h 4939827"/>
              <a:gd name="connsiteX52" fmla="*/ 9232362 w 12192000"/>
              <a:gd name="connsiteY52" fmla="*/ 275894 h 4939827"/>
              <a:gd name="connsiteX53" fmla="*/ 9233396 w 12192000"/>
              <a:gd name="connsiteY53" fmla="*/ 274803 h 4939827"/>
              <a:gd name="connsiteX54" fmla="*/ 9256213 w 12192000"/>
              <a:gd name="connsiteY54" fmla="*/ 281576 h 4939827"/>
              <a:gd name="connsiteX55" fmla="*/ 9262377 w 12192000"/>
              <a:gd name="connsiteY55" fmla="*/ 286635 h 4939827"/>
              <a:gd name="connsiteX56" fmla="*/ 9287089 w 12192000"/>
              <a:gd name="connsiteY56" fmla="*/ 303891 h 4939827"/>
              <a:gd name="connsiteX57" fmla="*/ 9371484 w 12192000"/>
              <a:gd name="connsiteY57" fmla="*/ 329634 h 4939827"/>
              <a:gd name="connsiteX58" fmla="*/ 9404829 w 12192000"/>
              <a:gd name="connsiteY58" fmla="*/ 339038 h 4939827"/>
              <a:gd name="connsiteX59" fmla="*/ 9427021 w 12192000"/>
              <a:gd name="connsiteY59" fmla="*/ 358784 h 4939827"/>
              <a:gd name="connsiteX60" fmla="*/ 9670844 w 12192000"/>
              <a:gd name="connsiteY60" fmla="*/ 405128 h 4939827"/>
              <a:gd name="connsiteX61" fmla="*/ 9816083 w 12192000"/>
              <a:gd name="connsiteY61" fmla="*/ 416573 h 4939827"/>
              <a:gd name="connsiteX62" fmla="*/ 9936741 w 12192000"/>
              <a:gd name="connsiteY62" fmla="*/ 437044 h 4939827"/>
              <a:gd name="connsiteX63" fmla="*/ 10050093 w 12192000"/>
              <a:gd name="connsiteY63" fmla="*/ 443783 h 4939827"/>
              <a:gd name="connsiteX64" fmla="*/ 10130090 w 12192000"/>
              <a:gd name="connsiteY64" fmla="*/ 459520 h 4939827"/>
              <a:gd name="connsiteX65" fmla="*/ 10173456 w 12192000"/>
              <a:gd name="connsiteY65" fmla="*/ 457749 h 4939827"/>
              <a:gd name="connsiteX66" fmla="*/ 10218232 w 12192000"/>
              <a:gd name="connsiteY66" fmla="*/ 459820 h 4939827"/>
              <a:gd name="connsiteX67" fmla="*/ 10354176 w 12192000"/>
              <a:gd name="connsiteY67" fmla="*/ 471377 h 4939827"/>
              <a:gd name="connsiteX68" fmla="*/ 10430681 w 12192000"/>
              <a:gd name="connsiteY68" fmla="*/ 481226 h 4939827"/>
              <a:gd name="connsiteX69" fmla="*/ 10478169 w 12192000"/>
              <a:gd name="connsiteY69" fmla="*/ 481774 h 4939827"/>
              <a:gd name="connsiteX70" fmla="*/ 10540907 w 12192000"/>
              <a:gd name="connsiteY70" fmla="*/ 485607 h 4939827"/>
              <a:gd name="connsiteX71" fmla="*/ 10614941 w 12192000"/>
              <a:gd name="connsiteY71" fmla="*/ 487592 h 4939827"/>
              <a:gd name="connsiteX72" fmla="*/ 10674098 w 12192000"/>
              <a:gd name="connsiteY72" fmla="*/ 521656 h 4939827"/>
              <a:gd name="connsiteX73" fmla="*/ 10874834 w 12192000"/>
              <a:gd name="connsiteY73" fmla="*/ 574867 h 4939827"/>
              <a:gd name="connsiteX74" fmla="*/ 10944981 w 12192000"/>
              <a:gd name="connsiteY74" fmla="*/ 615042 h 4939827"/>
              <a:gd name="connsiteX75" fmla="*/ 11006376 w 12192000"/>
              <a:gd name="connsiteY75" fmla="*/ 645957 h 4939827"/>
              <a:gd name="connsiteX76" fmla="*/ 11076308 w 12192000"/>
              <a:gd name="connsiteY76" fmla="*/ 675698 h 4939827"/>
              <a:gd name="connsiteX77" fmla="*/ 11148789 w 12192000"/>
              <a:gd name="connsiteY77" fmla="*/ 685041 h 4939827"/>
              <a:gd name="connsiteX78" fmla="*/ 11249129 w 12192000"/>
              <a:gd name="connsiteY78" fmla="*/ 684218 h 4939827"/>
              <a:gd name="connsiteX79" fmla="*/ 11299915 w 12192000"/>
              <a:gd name="connsiteY79" fmla="*/ 692177 h 4939827"/>
              <a:gd name="connsiteX80" fmla="*/ 11386973 w 12192000"/>
              <a:gd name="connsiteY80" fmla="*/ 708209 h 4939827"/>
              <a:gd name="connsiteX81" fmla="*/ 11500105 w 12192000"/>
              <a:gd name="connsiteY81" fmla="*/ 735014 h 4939827"/>
              <a:gd name="connsiteX82" fmla="*/ 11621735 w 12192000"/>
              <a:gd name="connsiteY82" fmla="*/ 789584 h 4939827"/>
              <a:gd name="connsiteX83" fmla="*/ 11691200 w 12192000"/>
              <a:gd name="connsiteY83" fmla="*/ 867902 h 4939827"/>
              <a:gd name="connsiteX84" fmla="*/ 11819427 w 12192000"/>
              <a:gd name="connsiteY84" fmla="*/ 911634 h 4939827"/>
              <a:gd name="connsiteX85" fmla="*/ 11969720 w 12192000"/>
              <a:gd name="connsiteY85" fmla="*/ 964737 h 4939827"/>
              <a:gd name="connsiteX86" fmla="*/ 12055766 w 12192000"/>
              <a:gd name="connsiteY86" fmla="*/ 991268 h 4939827"/>
              <a:gd name="connsiteX87" fmla="*/ 12171539 w 12192000"/>
              <a:gd name="connsiteY87" fmla="*/ 995427 h 4939827"/>
              <a:gd name="connsiteX88" fmla="*/ 12187831 w 12192000"/>
              <a:gd name="connsiteY88" fmla="*/ 996580 h 4939827"/>
              <a:gd name="connsiteX89" fmla="*/ 12192000 w 12192000"/>
              <a:gd name="connsiteY89" fmla="*/ 996726 h 4939827"/>
              <a:gd name="connsiteX90" fmla="*/ 12192000 w 12192000"/>
              <a:gd name="connsiteY90" fmla="*/ 4939827 h 4939827"/>
              <a:gd name="connsiteX91" fmla="*/ 0 w 12192000"/>
              <a:gd name="connsiteY91" fmla="*/ 4939827 h 4939827"/>
              <a:gd name="connsiteX92" fmla="*/ 0 w 12192000"/>
              <a:gd name="connsiteY92" fmla="*/ 512043 h 4939827"/>
              <a:gd name="connsiteX93" fmla="*/ 7381 w 12192000"/>
              <a:gd name="connsiteY93" fmla="*/ 512580 h 4939827"/>
              <a:gd name="connsiteX94" fmla="*/ 100029 w 12192000"/>
              <a:gd name="connsiteY94" fmla="*/ 504758 h 4939827"/>
              <a:gd name="connsiteX95" fmla="*/ 155244 w 12192000"/>
              <a:gd name="connsiteY95" fmla="*/ 525130 h 4939827"/>
              <a:gd name="connsiteX96" fmla="*/ 254366 w 12192000"/>
              <a:gd name="connsiteY96" fmla="*/ 534449 h 4939827"/>
              <a:gd name="connsiteX97" fmla="*/ 447292 w 12192000"/>
              <a:gd name="connsiteY97" fmla="*/ 542725 h 4939827"/>
              <a:gd name="connsiteX98" fmla="*/ 628105 w 12192000"/>
              <a:gd name="connsiteY98" fmla="*/ 547853 h 4939827"/>
              <a:gd name="connsiteX99" fmla="*/ 783146 w 12192000"/>
              <a:gd name="connsiteY99" fmla="*/ 591799 h 4939827"/>
              <a:gd name="connsiteX100" fmla="*/ 1043676 w 12192000"/>
              <a:gd name="connsiteY100" fmla="*/ 591887 h 4939827"/>
              <a:gd name="connsiteX101" fmla="*/ 1281816 w 12192000"/>
              <a:gd name="connsiteY101" fmla="*/ 520946 h 4939827"/>
              <a:gd name="connsiteX102" fmla="*/ 1486347 w 12192000"/>
              <a:gd name="connsiteY102" fmla="*/ 487310 h 4939827"/>
              <a:gd name="connsiteX103" fmla="*/ 1568079 w 12192000"/>
              <a:gd name="connsiteY103" fmla="*/ 462531 h 4939827"/>
              <a:gd name="connsiteX104" fmla="*/ 1622516 w 12192000"/>
              <a:gd name="connsiteY104" fmla="*/ 466058 h 4939827"/>
              <a:gd name="connsiteX105" fmla="*/ 1655457 w 12192000"/>
              <a:gd name="connsiteY105" fmla="*/ 465359 h 4939827"/>
              <a:gd name="connsiteX106" fmla="*/ 1717454 w 12192000"/>
              <a:gd name="connsiteY106" fmla="*/ 417203 h 4939827"/>
              <a:gd name="connsiteX107" fmla="*/ 1913794 w 12192000"/>
              <a:gd name="connsiteY107" fmla="*/ 365255 h 4939827"/>
              <a:gd name="connsiteX108" fmla="*/ 2129762 w 12192000"/>
              <a:gd name="connsiteY108" fmla="*/ 367832 h 4939827"/>
              <a:gd name="connsiteX109" fmla="*/ 2376970 w 12192000"/>
              <a:gd name="connsiteY109" fmla="*/ 350129 h 4939827"/>
              <a:gd name="connsiteX110" fmla="*/ 2480155 w 12192000"/>
              <a:gd name="connsiteY110" fmla="*/ 359227 h 4939827"/>
              <a:gd name="connsiteX111" fmla="*/ 2586782 w 12192000"/>
              <a:gd name="connsiteY111" fmla="*/ 339352 h 4939827"/>
              <a:gd name="connsiteX112" fmla="*/ 2654496 w 12192000"/>
              <a:gd name="connsiteY112" fmla="*/ 315431 h 4939827"/>
              <a:gd name="connsiteX113" fmla="*/ 2788947 w 12192000"/>
              <a:gd name="connsiteY113" fmla="*/ 250375 h 4939827"/>
              <a:gd name="connsiteX114" fmla="*/ 2885389 w 12192000"/>
              <a:gd name="connsiteY114" fmla="*/ 255259 h 4939827"/>
              <a:gd name="connsiteX115" fmla="*/ 3045916 w 12192000"/>
              <a:gd name="connsiteY115" fmla="*/ 261030 h 4939827"/>
              <a:gd name="connsiteX116" fmla="*/ 3074187 w 12192000"/>
              <a:gd name="connsiteY116" fmla="*/ 243226 h 4939827"/>
              <a:gd name="connsiteX117" fmla="*/ 3103677 w 12192000"/>
              <a:gd name="connsiteY117" fmla="*/ 209527 h 4939827"/>
              <a:gd name="connsiteX118" fmla="*/ 3126759 w 12192000"/>
              <a:gd name="connsiteY118" fmla="*/ 211226 h 4939827"/>
              <a:gd name="connsiteX119" fmla="*/ 3164020 w 12192000"/>
              <a:gd name="connsiteY119" fmla="*/ 212779 h 4939827"/>
              <a:gd name="connsiteX120" fmla="*/ 3285019 w 12192000"/>
              <a:gd name="connsiteY120" fmla="*/ 220535 h 4939827"/>
              <a:gd name="connsiteX121" fmla="*/ 3365154 w 12192000"/>
              <a:gd name="connsiteY121" fmla="*/ 226416 h 4939827"/>
              <a:gd name="connsiteX122" fmla="*/ 3367507 w 12192000"/>
              <a:gd name="connsiteY122" fmla="*/ 225416 h 4939827"/>
              <a:gd name="connsiteX123" fmla="*/ 3387567 w 12192000"/>
              <a:gd name="connsiteY123" fmla="*/ 227103 h 4939827"/>
              <a:gd name="connsiteX124" fmla="*/ 3424753 w 12192000"/>
              <a:gd name="connsiteY124" fmla="*/ 244380 h 4939827"/>
              <a:gd name="connsiteX125" fmla="*/ 3498001 w 12192000"/>
              <a:gd name="connsiteY125" fmla="*/ 231941 h 4939827"/>
              <a:gd name="connsiteX126" fmla="*/ 3561557 w 12192000"/>
              <a:gd name="connsiteY126" fmla="*/ 228095 h 4939827"/>
              <a:gd name="connsiteX127" fmla="*/ 3611920 w 12192000"/>
              <a:gd name="connsiteY127" fmla="*/ 218094 h 4939827"/>
              <a:gd name="connsiteX128" fmla="*/ 3620528 w 12192000"/>
              <a:gd name="connsiteY128" fmla="*/ 218788 h 4939827"/>
              <a:gd name="connsiteX129" fmla="*/ 3620766 w 12192000"/>
              <a:gd name="connsiteY129" fmla="*/ 218511 h 4939827"/>
              <a:gd name="connsiteX130" fmla="*/ 3629977 w 12192000"/>
              <a:gd name="connsiteY130" fmla="*/ 218664 h 4939827"/>
              <a:gd name="connsiteX131" fmla="*/ 3636217 w 12192000"/>
              <a:gd name="connsiteY131" fmla="*/ 220048 h 4939827"/>
              <a:gd name="connsiteX132" fmla="*/ 3709484 w 12192000"/>
              <a:gd name="connsiteY132" fmla="*/ 186927 h 4939827"/>
              <a:gd name="connsiteX133" fmla="*/ 3761342 w 12192000"/>
              <a:gd name="connsiteY133" fmla="*/ 177474 h 4939827"/>
              <a:gd name="connsiteX134" fmla="*/ 3799748 w 12192000"/>
              <a:gd name="connsiteY134" fmla="*/ 167154 h 4939827"/>
              <a:gd name="connsiteX135" fmla="*/ 3812225 w 12192000"/>
              <a:gd name="connsiteY135" fmla="*/ 189020 h 4939827"/>
              <a:gd name="connsiteX136" fmla="*/ 4028476 w 12192000"/>
              <a:gd name="connsiteY136" fmla="*/ 223679 h 4939827"/>
              <a:gd name="connsiteX137" fmla="*/ 4191582 w 12192000"/>
              <a:gd name="connsiteY137" fmla="*/ 238952 h 4939827"/>
              <a:gd name="connsiteX138" fmla="*/ 4251024 w 12192000"/>
              <a:gd name="connsiteY138" fmla="*/ 240874 h 4939827"/>
              <a:gd name="connsiteX139" fmla="*/ 4355275 w 12192000"/>
              <a:gd name="connsiteY139" fmla="*/ 260205 h 4939827"/>
              <a:gd name="connsiteX140" fmla="*/ 4423807 w 12192000"/>
              <a:gd name="connsiteY140" fmla="*/ 270366 h 4939827"/>
              <a:gd name="connsiteX141" fmla="*/ 4558432 w 12192000"/>
              <a:gd name="connsiteY141" fmla="*/ 269194 h 4939827"/>
              <a:gd name="connsiteX142" fmla="*/ 4635061 w 12192000"/>
              <a:gd name="connsiteY142" fmla="*/ 280682 h 4939827"/>
              <a:gd name="connsiteX143" fmla="*/ 4807427 w 12192000"/>
              <a:gd name="connsiteY143" fmla="*/ 276835 h 4939827"/>
              <a:gd name="connsiteX144" fmla="*/ 5028933 w 12192000"/>
              <a:gd name="connsiteY144" fmla="*/ 183887 h 4939827"/>
              <a:gd name="connsiteX145" fmla="*/ 5093642 w 12192000"/>
              <a:gd name="connsiteY145" fmla="*/ 177214 h 4939827"/>
              <a:gd name="connsiteX146" fmla="*/ 5102642 w 12192000"/>
              <a:gd name="connsiteY146" fmla="*/ 186816 h 4939827"/>
              <a:gd name="connsiteX147" fmla="*/ 5193590 w 12192000"/>
              <a:gd name="connsiteY147" fmla="*/ 156458 h 4939827"/>
              <a:gd name="connsiteX148" fmla="*/ 5323922 w 12192000"/>
              <a:gd name="connsiteY148" fmla="*/ 146332 h 4939827"/>
              <a:gd name="connsiteX149" fmla="*/ 5421860 w 12192000"/>
              <a:gd name="connsiteY149" fmla="*/ 167298 h 4939827"/>
              <a:gd name="connsiteX150" fmla="*/ 5476948 w 12192000"/>
              <a:gd name="connsiteY150" fmla="*/ 173249 h 4939827"/>
              <a:gd name="connsiteX151" fmla="*/ 5516842 w 12192000"/>
              <a:gd name="connsiteY151" fmla="*/ 184018 h 4939827"/>
              <a:gd name="connsiteX152" fmla="*/ 5619415 w 12192000"/>
              <a:gd name="connsiteY152" fmla="*/ 176781 h 4939827"/>
              <a:gd name="connsiteX153" fmla="*/ 5789867 w 12192000"/>
              <a:gd name="connsiteY153" fmla="*/ 150304 h 4939827"/>
              <a:gd name="connsiteX154" fmla="*/ 5825953 w 12192000"/>
              <a:gd name="connsiteY154" fmla="*/ 147907 h 4939827"/>
              <a:gd name="connsiteX155" fmla="*/ 5856168 w 12192000"/>
              <a:gd name="connsiteY155" fmla="*/ 158719 h 4939827"/>
              <a:gd name="connsiteX156" fmla="*/ 5862476 w 12192000"/>
              <a:gd name="connsiteY156" fmla="*/ 172447 h 4939827"/>
              <a:gd name="connsiteX157" fmla="*/ 5882195 w 12192000"/>
              <a:gd name="connsiteY157" fmla="*/ 173195 h 4939827"/>
              <a:gd name="connsiteX158" fmla="*/ 5887271 w 12192000"/>
              <a:gd name="connsiteY158" fmla="*/ 176084 h 4939827"/>
              <a:gd name="connsiteX159" fmla="*/ 5921577 w 12192000"/>
              <a:gd name="connsiteY159" fmla="*/ 169858 h 4939827"/>
              <a:gd name="connsiteX160" fmla="*/ 5983240 w 12192000"/>
              <a:gd name="connsiteY160" fmla="*/ 152755 h 4939827"/>
              <a:gd name="connsiteX161" fmla="*/ 6152287 w 12192000"/>
              <a:gd name="connsiteY161" fmla="*/ 116736 h 4939827"/>
              <a:gd name="connsiteX162" fmla="*/ 6415830 w 12192000"/>
              <a:gd name="connsiteY162" fmla="*/ 136006 h 4939827"/>
              <a:gd name="connsiteX163" fmla="*/ 6756965 w 12192000"/>
              <a:gd name="connsiteY163" fmla="*/ 57636 h 4939827"/>
              <a:gd name="connsiteX164" fmla="*/ 6819400 w 12192000"/>
              <a:gd name="connsiteY164" fmla="*/ 30742 h 4939827"/>
              <a:gd name="connsiteX165" fmla="*/ 6986370 w 12192000"/>
              <a:gd name="connsiteY165" fmla="*/ 12659 h 4939827"/>
              <a:gd name="connsiteX166" fmla="*/ 6989536 w 12192000"/>
              <a:gd name="connsiteY166" fmla="*/ 14528 h 4939827"/>
              <a:gd name="connsiteX167" fmla="*/ 7015933 w 12192000"/>
              <a:gd name="connsiteY167" fmla="*/ 9653 h 4939827"/>
              <a:gd name="connsiteX168" fmla="*/ 7020592 w 12192000"/>
              <a:gd name="connsiteY168" fmla="*/ 1651 h 4939827"/>
              <a:gd name="connsiteX169" fmla="*/ 7025905 w 12192000"/>
              <a:gd name="connsiteY169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52584 w 12192000"/>
              <a:gd name="connsiteY17" fmla="*/ 170181 h 4939827"/>
              <a:gd name="connsiteX18" fmla="*/ 8009534 w 12192000"/>
              <a:gd name="connsiteY18" fmla="*/ 176441 h 4939827"/>
              <a:gd name="connsiteX19" fmla="*/ 8058681 w 12192000"/>
              <a:gd name="connsiteY19" fmla="*/ 219431 h 4939827"/>
              <a:gd name="connsiteX20" fmla="*/ 8126175 w 12192000"/>
              <a:gd name="connsiteY20" fmla="*/ 240005 h 4939827"/>
              <a:gd name="connsiteX21" fmla="*/ 8166439 w 12192000"/>
              <a:gd name="connsiteY21" fmla="*/ 252699 h 4939827"/>
              <a:gd name="connsiteX22" fmla="*/ 8281371 w 12192000"/>
              <a:gd name="connsiteY22" fmla="*/ 256875 h 4939827"/>
              <a:gd name="connsiteX23" fmla="*/ 8381609 w 12192000"/>
              <a:gd name="connsiteY23" fmla="*/ 240618 h 4939827"/>
              <a:gd name="connsiteX24" fmla="*/ 8406759 w 12192000"/>
              <a:gd name="connsiteY24" fmla="*/ 232517 h 4939827"/>
              <a:gd name="connsiteX25" fmla="*/ 8426506 w 12192000"/>
              <a:gd name="connsiteY25" fmla="*/ 241842 h 4939827"/>
              <a:gd name="connsiteX26" fmla="*/ 8427949 w 12192000"/>
              <a:gd name="connsiteY26" fmla="*/ 240981 h 4939827"/>
              <a:gd name="connsiteX27" fmla="*/ 8441468 w 12192000"/>
              <a:gd name="connsiteY27" fmla="*/ 241157 h 4939827"/>
              <a:gd name="connsiteX28" fmla="*/ 8565757 w 12192000"/>
              <a:gd name="connsiteY28" fmla="*/ 255317 h 4939827"/>
              <a:gd name="connsiteX29" fmla="*/ 8573171 w 12192000"/>
              <a:gd name="connsiteY29" fmla="*/ 258426 h 4939827"/>
              <a:gd name="connsiteX30" fmla="*/ 8573548 w 12192000"/>
              <a:gd name="connsiteY30" fmla="*/ 258241 h 4939827"/>
              <a:gd name="connsiteX31" fmla="*/ 8581827 w 12192000"/>
              <a:gd name="connsiteY31" fmla="*/ 261028 h 4939827"/>
              <a:gd name="connsiteX32" fmla="*/ 8586687 w 12192000"/>
              <a:gd name="connsiteY32" fmla="*/ 264089 h 4939827"/>
              <a:gd name="connsiteX33" fmla="*/ 8601067 w 12192000"/>
              <a:gd name="connsiteY33" fmla="*/ 270114 h 4939827"/>
              <a:gd name="connsiteX34" fmla="*/ 8672650 w 12192000"/>
              <a:gd name="connsiteY34" fmla="*/ 254821 h 4939827"/>
              <a:gd name="connsiteX35" fmla="*/ 8785543 w 12192000"/>
              <a:gd name="connsiteY35" fmla="*/ 263406 h 4939827"/>
              <a:gd name="connsiteX36" fmla="*/ 8830588 w 12192000"/>
              <a:gd name="connsiteY36" fmla="*/ 265483 h 4939827"/>
              <a:gd name="connsiteX37" fmla="*/ 8905142 w 12192000"/>
              <a:gd name="connsiteY37" fmla="*/ 264958 h 4939827"/>
              <a:gd name="connsiteX38" fmla="*/ 8968582 w 12192000"/>
              <a:gd name="connsiteY38" fmla="*/ 262728 h 4939827"/>
              <a:gd name="connsiteX39" fmla="*/ 8972994 w 12192000"/>
              <a:gd name="connsiteY39" fmla="*/ 263284 h 4939827"/>
              <a:gd name="connsiteX40" fmla="*/ 9004605 w 12192000"/>
              <a:gd name="connsiteY40" fmla="*/ 258041 h 4939827"/>
              <a:gd name="connsiteX41" fmla="*/ 9016165 w 12192000"/>
              <a:gd name="connsiteY41" fmla="*/ 261258 h 4939827"/>
              <a:gd name="connsiteX42" fmla="*/ 9043297 w 12192000"/>
              <a:gd name="connsiteY42" fmla="*/ 281547 h 4939827"/>
              <a:gd name="connsiteX43" fmla="*/ 9048315 w 12192000"/>
              <a:gd name="connsiteY43" fmla="*/ 279264 h 4939827"/>
              <a:gd name="connsiteX44" fmla="*/ 9054706 w 12192000"/>
              <a:gd name="connsiteY44" fmla="*/ 278538 h 4939827"/>
              <a:gd name="connsiteX45" fmla="*/ 9070919 w 12192000"/>
              <a:gd name="connsiteY45" fmla="*/ 281810 h 4939827"/>
              <a:gd name="connsiteX46" fmla="*/ 9076813 w 12192000"/>
              <a:gd name="connsiteY46" fmla="*/ 283909 h 4939827"/>
              <a:gd name="connsiteX47" fmla="*/ 9085871 w 12192000"/>
              <a:gd name="connsiteY47" fmla="*/ 285133 h 4939827"/>
              <a:gd name="connsiteX48" fmla="*/ 9086159 w 12192000"/>
              <a:gd name="connsiteY48" fmla="*/ 284887 h 4939827"/>
              <a:gd name="connsiteX49" fmla="*/ 9134606 w 12192000"/>
              <a:gd name="connsiteY49" fmla="*/ 288168 h 4939827"/>
              <a:gd name="connsiteX50" fmla="*/ 9195590 w 12192000"/>
              <a:gd name="connsiteY50" fmla="*/ 279568 h 4939827"/>
              <a:gd name="connsiteX51" fmla="*/ 9219336 w 12192000"/>
              <a:gd name="connsiteY51" fmla="*/ 278133 h 4939827"/>
              <a:gd name="connsiteX52" fmla="*/ 9232362 w 12192000"/>
              <a:gd name="connsiteY52" fmla="*/ 275894 h 4939827"/>
              <a:gd name="connsiteX53" fmla="*/ 9233396 w 12192000"/>
              <a:gd name="connsiteY53" fmla="*/ 274803 h 4939827"/>
              <a:gd name="connsiteX54" fmla="*/ 9256213 w 12192000"/>
              <a:gd name="connsiteY54" fmla="*/ 281576 h 4939827"/>
              <a:gd name="connsiteX55" fmla="*/ 9262377 w 12192000"/>
              <a:gd name="connsiteY55" fmla="*/ 286635 h 4939827"/>
              <a:gd name="connsiteX56" fmla="*/ 9287089 w 12192000"/>
              <a:gd name="connsiteY56" fmla="*/ 303891 h 4939827"/>
              <a:gd name="connsiteX57" fmla="*/ 9371484 w 12192000"/>
              <a:gd name="connsiteY57" fmla="*/ 329634 h 4939827"/>
              <a:gd name="connsiteX58" fmla="*/ 9404829 w 12192000"/>
              <a:gd name="connsiteY58" fmla="*/ 339038 h 4939827"/>
              <a:gd name="connsiteX59" fmla="*/ 9427021 w 12192000"/>
              <a:gd name="connsiteY59" fmla="*/ 358784 h 4939827"/>
              <a:gd name="connsiteX60" fmla="*/ 9670844 w 12192000"/>
              <a:gd name="connsiteY60" fmla="*/ 405128 h 4939827"/>
              <a:gd name="connsiteX61" fmla="*/ 9816083 w 12192000"/>
              <a:gd name="connsiteY61" fmla="*/ 416573 h 4939827"/>
              <a:gd name="connsiteX62" fmla="*/ 9936741 w 12192000"/>
              <a:gd name="connsiteY62" fmla="*/ 437044 h 4939827"/>
              <a:gd name="connsiteX63" fmla="*/ 10050093 w 12192000"/>
              <a:gd name="connsiteY63" fmla="*/ 443783 h 4939827"/>
              <a:gd name="connsiteX64" fmla="*/ 10130090 w 12192000"/>
              <a:gd name="connsiteY64" fmla="*/ 459520 h 4939827"/>
              <a:gd name="connsiteX65" fmla="*/ 10173456 w 12192000"/>
              <a:gd name="connsiteY65" fmla="*/ 457749 h 4939827"/>
              <a:gd name="connsiteX66" fmla="*/ 10218232 w 12192000"/>
              <a:gd name="connsiteY66" fmla="*/ 459820 h 4939827"/>
              <a:gd name="connsiteX67" fmla="*/ 10354176 w 12192000"/>
              <a:gd name="connsiteY67" fmla="*/ 471377 h 4939827"/>
              <a:gd name="connsiteX68" fmla="*/ 10430681 w 12192000"/>
              <a:gd name="connsiteY68" fmla="*/ 481226 h 4939827"/>
              <a:gd name="connsiteX69" fmla="*/ 10478169 w 12192000"/>
              <a:gd name="connsiteY69" fmla="*/ 481774 h 4939827"/>
              <a:gd name="connsiteX70" fmla="*/ 10540907 w 12192000"/>
              <a:gd name="connsiteY70" fmla="*/ 485607 h 4939827"/>
              <a:gd name="connsiteX71" fmla="*/ 10614941 w 12192000"/>
              <a:gd name="connsiteY71" fmla="*/ 487592 h 4939827"/>
              <a:gd name="connsiteX72" fmla="*/ 10674098 w 12192000"/>
              <a:gd name="connsiteY72" fmla="*/ 521656 h 4939827"/>
              <a:gd name="connsiteX73" fmla="*/ 10874834 w 12192000"/>
              <a:gd name="connsiteY73" fmla="*/ 574867 h 4939827"/>
              <a:gd name="connsiteX74" fmla="*/ 10944981 w 12192000"/>
              <a:gd name="connsiteY74" fmla="*/ 615042 h 4939827"/>
              <a:gd name="connsiteX75" fmla="*/ 11006376 w 12192000"/>
              <a:gd name="connsiteY75" fmla="*/ 645957 h 4939827"/>
              <a:gd name="connsiteX76" fmla="*/ 11076308 w 12192000"/>
              <a:gd name="connsiteY76" fmla="*/ 675698 h 4939827"/>
              <a:gd name="connsiteX77" fmla="*/ 11148789 w 12192000"/>
              <a:gd name="connsiteY77" fmla="*/ 685041 h 4939827"/>
              <a:gd name="connsiteX78" fmla="*/ 11249129 w 12192000"/>
              <a:gd name="connsiteY78" fmla="*/ 684218 h 4939827"/>
              <a:gd name="connsiteX79" fmla="*/ 11299915 w 12192000"/>
              <a:gd name="connsiteY79" fmla="*/ 692177 h 4939827"/>
              <a:gd name="connsiteX80" fmla="*/ 11386973 w 12192000"/>
              <a:gd name="connsiteY80" fmla="*/ 708209 h 4939827"/>
              <a:gd name="connsiteX81" fmla="*/ 11500105 w 12192000"/>
              <a:gd name="connsiteY81" fmla="*/ 735014 h 4939827"/>
              <a:gd name="connsiteX82" fmla="*/ 11621735 w 12192000"/>
              <a:gd name="connsiteY82" fmla="*/ 789584 h 4939827"/>
              <a:gd name="connsiteX83" fmla="*/ 11691200 w 12192000"/>
              <a:gd name="connsiteY83" fmla="*/ 867902 h 4939827"/>
              <a:gd name="connsiteX84" fmla="*/ 11819427 w 12192000"/>
              <a:gd name="connsiteY84" fmla="*/ 911634 h 4939827"/>
              <a:gd name="connsiteX85" fmla="*/ 11969720 w 12192000"/>
              <a:gd name="connsiteY85" fmla="*/ 964737 h 4939827"/>
              <a:gd name="connsiteX86" fmla="*/ 12055766 w 12192000"/>
              <a:gd name="connsiteY86" fmla="*/ 991268 h 4939827"/>
              <a:gd name="connsiteX87" fmla="*/ 12171539 w 12192000"/>
              <a:gd name="connsiteY87" fmla="*/ 995427 h 4939827"/>
              <a:gd name="connsiteX88" fmla="*/ 12187831 w 12192000"/>
              <a:gd name="connsiteY88" fmla="*/ 996580 h 4939827"/>
              <a:gd name="connsiteX89" fmla="*/ 12192000 w 12192000"/>
              <a:gd name="connsiteY89" fmla="*/ 996726 h 4939827"/>
              <a:gd name="connsiteX90" fmla="*/ 12192000 w 12192000"/>
              <a:gd name="connsiteY90" fmla="*/ 4939827 h 4939827"/>
              <a:gd name="connsiteX91" fmla="*/ 0 w 12192000"/>
              <a:gd name="connsiteY91" fmla="*/ 4939827 h 4939827"/>
              <a:gd name="connsiteX92" fmla="*/ 0 w 12192000"/>
              <a:gd name="connsiteY92" fmla="*/ 512043 h 4939827"/>
              <a:gd name="connsiteX93" fmla="*/ 7381 w 12192000"/>
              <a:gd name="connsiteY93" fmla="*/ 512580 h 4939827"/>
              <a:gd name="connsiteX94" fmla="*/ 100029 w 12192000"/>
              <a:gd name="connsiteY94" fmla="*/ 504758 h 4939827"/>
              <a:gd name="connsiteX95" fmla="*/ 155244 w 12192000"/>
              <a:gd name="connsiteY95" fmla="*/ 525130 h 4939827"/>
              <a:gd name="connsiteX96" fmla="*/ 254366 w 12192000"/>
              <a:gd name="connsiteY96" fmla="*/ 534449 h 4939827"/>
              <a:gd name="connsiteX97" fmla="*/ 447292 w 12192000"/>
              <a:gd name="connsiteY97" fmla="*/ 542725 h 4939827"/>
              <a:gd name="connsiteX98" fmla="*/ 628105 w 12192000"/>
              <a:gd name="connsiteY98" fmla="*/ 547853 h 4939827"/>
              <a:gd name="connsiteX99" fmla="*/ 783146 w 12192000"/>
              <a:gd name="connsiteY99" fmla="*/ 591799 h 4939827"/>
              <a:gd name="connsiteX100" fmla="*/ 1043676 w 12192000"/>
              <a:gd name="connsiteY100" fmla="*/ 591887 h 4939827"/>
              <a:gd name="connsiteX101" fmla="*/ 1281816 w 12192000"/>
              <a:gd name="connsiteY101" fmla="*/ 520946 h 4939827"/>
              <a:gd name="connsiteX102" fmla="*/ 1486347 w 12192000"/>
              <a:gd name="connsiteY102" fmla="*/ 487310 h 4939827"/>
              <a:gd name="connsiteX103" fmla="*/ 1568079 w 12192000"/>
              <a:gd name="connsiteY103" fmla="*/ 462531 h 4939827"/>
              <a:gd name="connsiteX104" fmla="*/ 1622516 w 12192000"/>
              <a:gd name="connsiteY104" fmla="*/ 466058 h 4939827"/>
              <a:gd name="connsiteX105" fmla="*/ 1655457 w 12192000"/>
              <a:gd name="connsiteY105" fmla="*/ 465359 h 4939827"/>
              <a:gd name="connsiteX106" fmla="*/ 1717454 w 12192000"/>
              <a:gd name="connsiteY106" fmla="*/ 417203 h 4939827"/>
              <a:gd name="connsiteX107" fmla="*/ 1913794 w 12192000"/>
              <a:gd name="connsiteY107" fmla="*/ 365255 h 4939827"/>
              <a:gd name="connsiteX108" fmla="*/ 2129762 w 12192000"/>
              <a:gd name="connsiteY108" fmla="*/ 367832 h 4939827"/>
              <a:gd name="connsiteX109" fmla="*/ 2376970 w 12192000"/>
              <a:gd name="connsiteY109" fmla="*/ 350129 h 4939827"/>
              <a:gd name="connsiteX110" fmla="*/ 2480155 w 12192000"/>
              <a:gd name="connsiteY110" fmla="*/ 359227 h 4939827"/>
              <a:gd name="connsiteX111" fmla="*/ 2586782 w 12192000"/>
              <a:gd name="connsiteY111" fmla="*/ 339352 h 4939827"/>
              <a:gd name="connsiteX112" fmla="*/ 2654496 w 12192000"/>
              <a:gd name="connsiteY112" fmla="*/ 315431 h 4939827"/>
              <a:gd name="connsiteX113" fmla="*/ 2788947 w 12192000"/>
              <a:gd name="connsiteY113" fmla="*/ 250375 h 4939827"/>
              <a:gd name="connsiteX114" fmla="*/ 2885389 w 12192000"/>
              <a:gd name="connsiteY114" fmla="*/ 255259 h 4939827"/>
              <a:gd name="connsiteX115" fmla="*/ 3045916 w 12192000"/>
              <a:gd name="connsiteY115" fmla="*/ 261030 h 4939827"/>
              <a:gd name="connsiteX116" fmla="*/ 3074187 w 12192000"/>
              <a:gd name="connsiteY116" fmla="*/ 243226 h 4939827"/>
              <a:gd name="connsiteX117" fmla="*/ 3103677 w 12192000"/>
              <a:gd name="connsiteY117" fmla="*/ 209527 h 4939827"/>
              <a:gd name="connsiteX118" fmla="*/ 3126759 w 12192000"/>
              <a:gd name="connsiteY118" fmla="*/ 211226 h 4939827"/>
              <a:gd name="connsiteX119" fmla="*/ 3164020 w 12192000"/>
              <a:gd name="connsiteY119" fmla="*/ 212779 h 4939827"/>
              <a:gd name="connsiteX120" fmla="*/ 3285019 w 12192000"/>
              <a:gd name="connsiteY120" fmla="*/ 220535 h 4939827"/>
              <a:gd name="connsiteX121" fmla="*/ 3365154 w 12192000"/>
              <a:gd name="connsiteY121" fmla="*/ 226416 h 4939827"/>
              <a:gd name="connsiteX122" fmla="*/ 3367507 w 12192000"/>
              <a:gd name="connsiteY122" fmla="*/ 225416 h 4939827"/>
              <a:gd name="connsiteX123" fmla="*/ 3387567 w 12192000"/>
              <a:gd name="connsiteY123" fmla="*/ 227103 h 4939827"/>
              <a:gd name="connsiteX124" fmla="*/ 3424753 w 12192000"/>
              <a:gd name="connsiteY124" fmla="*/ 244380 h 4939827"/>
              <a:gd name="connsiteX125" fmla="*/ 3498001 w 12192000"/>
              <a:gd name="connsiteY125" fmla="*/ 231941 h 4939827"/>
              <a:gd name="connsiteX126" fmla="*/ 3561557 w 12192000"/>
              <a:gd name="connsiteY126" fmla="*/ 228095 h 4939827"/>
              <a:gd name="connsiteX127" fmla="*/ 3611920 w 12192000"/>
              <a:gd name="connsiteY127" fmla="*/ 218094 h 4939827"/>
              <a:gd name="connsiteX128" fmla="*/ 3620528 w 12192000"/>
              <a:gd name="connsiteY128" fmla="*/ 218788 h 4939827"/>
              <a:gd name="connsiteX129" fmla="*/ 3620766 w 12192000"/>
              <a:gd name="connsiteY129" fmla="*/ 218511 h 4939827"/>
              <a:gd name="connsiteX130" fmla="*/ 3629977 w 12192000"/>
              <a:gd name="connsiteY130" fmla="*/ 218664 h 4939827"/>
              <a:gd name="connsiteX131" fmla="*/ 3636217 w 12192000"/>
              <a:gd name="connsiteY131" fmla="*/ 220048 h 4939827"/>
              <a:gd name="connsiteX132" fmla="*/ 3709484 w 12192000"/>
              <a:gd name="connsiteY132" fmla="*/ 186927 h 4939827"/>
              <a:gd name="connsiteX133" fmla="*/ 3761342 w 12192000"/>
              <a:gd name="connsiteY133" fmla="*/ 177474 h 4939827"/>
              <a:gd name="connsiteX134" fmla="*/ 3799748 w 12192000"/>
              <a:gd name="connsiteY134" fmla="*/ 167154 h 4939827"/>
              <a:gd name="connsiteX135" fmla="*/ 3922756 w 12192000"/>
              <a:gd name="connsiteY135" fmla="*/ 194044 h 4939827"/>
              <a:gd name="connsiteX136" fmla="*/ 4028476 w 12192000"/>
              <a:gd name="connsiteY136" fmla="*/ 223679 h 4939827"/>
              <a:gd name="connsiteX137" fmla="*/ 4191582 w 12192000"/>
              <a:gd name="connsiteY137" fmla="*/ 238952 h 4939827"/>
              <a:gd name="connsiteX138" fmla="*/ 4251024 w 12192000"/>
              <a:gd name="connsiteY138" fmla="*/ 240874 h 4939827"/>
              <a:gd name="connsiteX139" fmla="*/ 4355275 w 12192000"/>
              <a:gd name="connsiteY139" fmla="*/ 260205 h 4939827"/>
              <a:gd name="connsiteX140" fmla="*/ 4423807 w 12192000"/>
              <a:gd name="connsiteY140" fmla="*/ 270366 h 4939827"/>
              <a:gd name="connsiteX141" fmla="*/ 4558432 w 12192000"/>
              <a:gd name="connsiteY141" fmla="*/ 269194 h 4939827"/>
              <a:gd name="connsiteX142" fmla="*/ 4635061 w 12192000"/>
              <a:gd name="connsiteY142" fmla="*/ 280682 h 4939827"/>
              <a:gd name="connsiteX143" fmla="*/ 4807427 w 12192000"/>
              <a:gd name="connsiteY143" fmla="*/ 276835 h 4939827"/>
              <a:gd name="connsiteX144" fmla="*/ 5028933 w 12192000"/>
              <a:gd name="connsiteY144" fmla="*/ 183887 h 4939827"/>
              <a:gd name="connsiteX145" fmla="*/ 5093642 w 12192000"/>
              <a:gd name="connsiteY145" fmla="*/ 177214 h 4939827"/>
              <a:gd name="connsiteX146" fmla="*/ 5102642 w 12192000"/>
              <a:gd name="connsiteY146" fmla="*/ 186816 h 4939827"/>
              <a:gd name="connsiteX147" fmla="*/ 5193590 w 12192000"/>
              <a:gd name="connsiteY147" fmla="*/ 156458 h 4939827"/>
              <a:gd name="connsiteX148" fmla="*/ 5323922 w 12192000"/>
              <a:gd name="connsiteY148" fmla="*/ 146332 h 4939827"/>
              <a:gd name="connsiteX149" fmla="*/ 5421860 w 12192000"/>
              <a:gd name="connsiteY149" fmla="*/ 167298 h 4939827"/>
              <a:gd name="connsiteX150" fmla="*/ 5476948 w 12192000"/>
              <a:gd name="connsiteY150" fmla="*/ 173249 h 4939827"/>
              <a:gd name="connsiteX151" fmla="*/ 5516842 w 12192000"/>
              <a:gd name="connsiteY151" fmla="*/ 184018 h 4939827"/>
              <a:gd name="connsiteX152" fmla="*/ 5619415 w 12192000"/>
              <a:gd name="connsiteY152" fmla="*/ 176781 h 4939827"/>
              <a:gd name="connsiteX153" fmla="*/ 5789867 w 12192000"/>
              <a:gd name="connsiteY153" fmla="*/ 150304 h 4939827"/>
              <a:gd name="connsiteX154" fmla="*/ 5825953 w 12192000"/>
              <a:gd name="connsiteY154" fmla="*/ 147907 h 4939827"/>
              <a:gd name="connsiteX155" fmla="*/ 5856168 w 12192000"/>
              <a:gd name="connsiteY155" fmla="*/ 158719 h 4939827"/>
              <a:gd name="connsiteX156" fmla="*/ 5862476 w 12192000"/>
              <a:gd name="connsiteY156" fmla="*/ 172447 h 4939827"/>
              <a:gd name="connsiteX157" fmla="*/ 5882195 w 12192000"/>
              <a:gd name="connsiteY157" fmla="*/ 173195 h 4939827"/>
              <a:gd name="connsiteX158" fmla="*/ 5887271 w 12192000"/>
              <a:gd name="connsiteY158" fmla="*/ 176084 h 4939827"/>
              <a:gd name="connsiteX159" fmla="*/ 5921577 w 12192000"/>
              <a:gd name="connsiteY159" fmla="*/ 169858 h 4939827"/>
              <a:gd name="connsiteX160" fmla="*/ 5983240 w 12192000"/>
              <a:gd name="connsiteY160" fmla="*/ 152755 h 4939827"/>
              <a:gd name="connsiteX161" fmla="*/ 6152287 w 12192000"/>
              <a:gd name="connsiteY161" fmla="*/ 116736 h 4939827"/>
              <a:gd name="connsiteX162" fmla="*/ 6415830 w 12192000"/>
              <a:gd name="connsiteY162" fmla="*/ 136006 h 4939827"/>
              <a:gd name="connsiteX163" fmla="*/ 6756965 w 12192000"/>
              <a:gd name="connsiteY163" fmla="*/ 57636 h 4939827"/>
              <a:gd name="connsiteX164" fmla="*/ 6819400 w 12192000"/>
              <a:gd name="connsiteY164" fmla="*/ 30742 h 4939827"/>
              <a:gd name="connsiteX165" fmla="*/ 6986370 w 12192000"/>
              <a:gd name="connsiteY165" fmla="*/ 12659 h 4939827"/>
              <a:gd name="connsiteX166" fmla="*/ 6989536 w 12192000"/>
              <a:gd name="connsiteY166" fmla="*/ 14528 h 4939827"/>
              <a:gd name="connsiteX167" fmla="*/ 7015933 w 12192000"/>
              <a:gd name="connsiteY167" fmla="*/ 9653 h 4939827"/>
              <a:gd name="connsiteX168" fmla="*/ 7020592 w 12192000"/>
              <a:gd name="connsiteY168" fmla="*/ 1651 h 4939827"/>
              <a:gd name="connsiteX169" fmla="*/ 7025905 w 12192000"/>
              <a:gd name="connsiteY169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52584 w 12192000"/>
              <a:gd name="connsiteY17" fmla="*/ 170181 h 4939827"/>
              <a:gd name="connsiteX18" fmla="*/ 8009534 w 12192000"/>
              <a:gd name="connsiteY18" fmla="*/ 176441 h 4939827"/>
              <a:gd name="connsiteX19" fmla="*/ 8058681 w 12192000"/>
              <a:gd name="connsiteY19" fmla="*/ 219431 h 4939827"/>
              <a:gd name="connsiteX20" fmla="*/ 8126175 w 12192000"/>
              <a:gd name="connsiteY20" fmla="*/ 240005 h 4939827"/>
              <a:gd name="connsiteX21" fmla="*/ 8166439 w 12192000"/>
              <a:gd name="connsiteY21" fmla="*/ 252699 h 4939827"/>
              <a:gd name="connsiteX22" fmla="*/ 8281371 w 12192000"/>
              <a:gd name="connsiteY22" fmla="*/ 256875 h 4939827"/>
              <a:gd name="connsiteX23" fmla="*/ 8381609 w 12192000"/>
              <a:gd name="connsiteY23" fmla="*/ 240618 h 4939827"/>
              <a:gd name="connsiteX24" fmla="*/ 8406759 w 12192000"/>
              <a:gd name="connsiteY24" fmla="*/ 232517 h 4939827"/>
              <a:gd name="connsiteX25" fmla="*/ 8426506 w 12192000"/>
              <a:gd name="connsiteY25" fmla="*/ 241842 h 4939827"/>
              <a:gd name="connsiteX26" fmla="*/ 8427949 w 12192000"/>
              <a:gd name="connsiteY26" fmla="*/ 240981 h 4939827"/>
              <a:gd name="connsiteX27" fmla="*/ 8441468 w 12192000"/>
              <a:gd name="connsiteY27" fmla="*/ 241157 h 4939827"/>
              <a:gd name="connsiteX28" fmla="*/ 8565757 w 12192000"/>
              <a:gd name="connsiteY28" fmla="*/ 255317 h 4939827"/>
              <a:gd name="connsiteX29" fmla="*/ 8573171 w 12192000"/>
              <a:gd name="connsiteY29" fmla="*/ 258426 h 4939827"/>
              <a:gd name="connsiteX30" fmla="*/ 8573548 w 12192000"/>
              <a:gd name="connsiteY30" fmla="*/ 258241 h 4939827"/>
              <a:gd name="connsiteX31" fmla="*/ 8581827 w 12192000"/>
              <a:gd name="connsiteY31" fmla="*/ 261028 h 4939827"/>
              <a:gd name="connsiteX32" fmla="*/ 8586687 w 12192000"/>
              <a:gd name="connsiteY32" fmla="*/ 264089 h 4939827"/>
              <a:gd name="connsiteX33" fmla="*/ 8601067 w 12192000"/>
              <a:gd name="connsiteY33" fmla="*/ 270114 h 4939827"/>
              <a:gd name="connsiteX34" fmla="*/ 8672650 w 12192000"/>
              <a:gd name="connsiteY34" fmla="*/ 254821 h 4939827"/>
              <a:gd name="connsiteX35" fmla="*/ 8785543 w 12192000"/>
              <a:gd name="connsiteY35" fmla="*/ 263406 h 4939827"/>
              <a:gd name="connsiteX36" fmla="*/ 8830588 w 12192000"/>
              <a:gd name="connsiteY36" fmla="*/ 265483 h 4939827"/>
              <a:gd name="connsiteX37" fmla="*/ 8905142 w 12192000"/>
              <a:gd name="connsiteY37" fmla="*/ 264958 h 4939827"/>
              <a:gd name="connsiteX38" fmla="*/ 8968582 w 12192000"/>
              <a:gd name="connsiteY38" fmla="*/ 262728 h 4939827"/>
              <a:gd name="connsiteX39" fmla="*/ 8972994 w 12192000"/>
              <a:gd name="connsiteY39" fmla="*/ 263284 h 4939827"/>
              <a:gd name="connsiteX40" fmla="*/ 9004605 w 12192000"/>
              <a:gd name="connsiteY40" fmla="*/ 258041 h 4939827"/>
              <a:gd name="connsiteX41" fmla="*/ 9016165 w 12192000"/>
              <a:gd name="connsiteY41" fmla="*/ 261258 h 4939827"/>
              <a:gd name="connsiteX42" fmla="*/ 9043297 w 12192000"/>
              <a:gd name="connsiteY42" fmla="*/ 281547 h 4939827"/>
              <a:gd name="connsiteX43" fmla="*/ 9048315 w 12192000"/>
              <a:gd name="connsiteY43" fmla="*/ 279264 h 4939827"/>
              <a:gd name="connsiteX44" fmla="*/ 9054706 w 12192000"/>
              <a:gd name="connsiteY44" fmla="*/ 278538 h 4939827"/>
              <a:gd name="connsiteX45" fmla="*/ 9070919 w 12192000"/>
              <a:gd name="connsiteY45" fmla="*/ 281810 h 4939827"/>
              <a:gd name="connsiteX46" fmla="*/ 9076813 w 12192000"/>
              <a:gd name="connsiteY46" fmla="*/ 283909 h 4939827"/>
              <a:gd name="connsiteX47" fmla="*/ 9085871 w 12192000"/>
              <a:gd name="connsiteY47" fmla="*/ 285133 h 4939827"/>
              <a:gd name="connsiteX48" fmla="*/ 9086159 w 12192000"/>
              <a:gd name="connsiteY48" fmla="*/ 284887 h 4939827"/>
              <a:gd name="connsiteX49" fmla="*/ 9134606 w 12192000"/>
              <a:gd name="connsiteY49" fmla="*/ 288168 h 4939827"/>
              <a:gd name="connsiteX50" fmla="*/ 9195590 w 12192000"/>
              <a:gd name="connsiteY50" fmla="*/ 279568 h 4939827"/>
              <a:gd name="connsiteX51" fmla="*/ 9219336 w 12192000"/>
              <a:gd name="connsiteY51" fmla="*/ 278133 h 4939827"/>
              <a:gd name="connsiteX52" fmla="*/ 9232362 w 12192000"/>
              <a:gd name="connsiteY52" fmla="*/ 275894 h 4939827"/>
              <a:gd name="connsiteX53" fmla="*/ 9233396 w 12192000"/>
              <a:gd name="connsiteY53" fmla="*/ 274803 h 4939827"/>
              <a:gd name="connsiteX54" fmla="*/ 9256213 w 12192000"/>
              <a:gd name="connsiteY54" fmla="*/ 281576 h 4939827"/>
              <a:gd name="connsiteX55" fmla="*/ 9262377 w 12192000"/>
              <a:gd name="connsiteY55" fmla="*/ 286635 h 4939827"/>
              <a:gd name="connsiteX56" fmla="*/ 9287089 w 12192000"/>
              <a:gd name="connsiteY56" fmla="*/ 303891 h 4939827"/>
              <a:gd name="connsiteX57" fmla="*/ 9371484 w 12192000"/>
              <a:gd name="connsiteY57" fmla="*/ 329634 h 4939827"/>
              <a:gd name="connsiteX58" fmla="*/ 9404829 w 12192000"/>
              <a:gd name="connsiteY58" fmla="*/ 339038 h 4939827"/>
              <a:gd name="connsiteX59" fmla="*/ 9427021 w 12192000"/>
              <a:gd name="connsiteY59" fmla="*/ 358784 h 4939827"/>
              <a:gd name="connsiteX60" fmla="*/ 9670844 w 12192000"/>
              <a:gd name="connsiteY60" fmla="*/ 405128 h 4939827"/>
              <a:gd name="connsiteX61" fmla="*/ 9816083 w 12192000"/>
              <a:gd name="connsiteY61" fmla="*/ 416573 h 4939827"/>
              <a:gd name="connsiteX62" fmla="*/ 9936741 w 12192000"/>
              <a:gd name="connsiteY62" fmla="*/ 437044 h 4939827"/>
              <a:gd name="connsiteX63" fmla="*/ 10050093 w 12192000"/>
              <a:gd name="connsiteY63" fmla="*/ 443783 h 4939827"/>
              <a:gd name="connsiteX64" fmla="*/ 10130090 w 12192000"/>
              <a:gd name="connsiteY64" fmla="*/ 459520 h 4939827"/>
              <a:gd name="connsiteX65" fmla="*/ 10173456 w 12192000"/>
              <a:gd name="connsiteY65" fmla="*/ 457749 h 4939827"/>
              <a:gd name="connsiteX66" fmla="*/ 10218232 w 12192000"/>
              <a:gd name="connsiteY66" fmla="*/ 459820 h 4939827"/>
              <a:gd name="connsiteX67" fmla="*/ 10354176 w 12192000"/>
              <a:gd name="connsiteY67" fmla="*/ 471377 h 4939827"/>
              <a:gd name="connsiteX68" fmla="*/ 10430681 w 12192000"/>
              <a:gd name="connsiteY68" fmla="*/ 481226 h 4939827"/>
              <a:gd name="connsiteX69" fmla="*/ 10478169 w 12192000"/>
              <a:gd name="connsiteY69" fmla="*/ 481774 h 4939827"/>
              <a:gd name="connsiteX70" fmla="*/ 10540907 w 12192000"/>
              <a:gd name="connsiteY70" fmla="*/ 485607 h 4939827"/>
              <a:gd name="connsiteX71" fmla="*/ 10614941 w 12192000"/>
              <a:gd name="connsiteY71" fmla="*/ 487592 h 4939827"/>
              <a:gd name="connsiteX72" fmla="*/ 10674098 w 12192000"/>
              <a:gd name="connsiteY72" fmla="*/ 521656 h 4939827"/>
              <a:gd name="connsiteX73" fmla="*/ 10874834 w 12192000"/>
              <a:gd name="connsiteY73" fmla="*/ 574867 h 4939827"/>
              <a:gd name="connsiteX74" fmla="*/ 10944981 w 12192000"/>
              <a:gd name="connsiteY74" fmla="*/ 615042 h 4939827"/>
              <a:gd name="connsiteX75" fmla="*/ 11006376 w 12192000"/>
              <a:gd name="connsiteY75" fmla="*/ 645957 h 4939827"/>
              <a:gd name="connsiteX76" fmla="*/ 11076308 w 12192000"/>
              <a:gd name="connsiteY76" fmla="*/ 675698 h 4939827"/>
              <a:gd name="connsiteX77" fmla="*/ 11148789 w 12192000"/>
              <a:gd name="connsiteY77" fmla="*/ 685041 h 4939827"/>
              <a:gd name="connsiteX78" fmla="*/ 11249129 w 12192000"/>
              <a:gd name="connsiteY78" fmla="*/ 684218 h 4939827"/>
              <a:gd name="connsiteX79" fmla="*/ 11299915 w 12192000"/>
              <a:gd name="connsiteY79" fmla="*/ 692177 h 4939827"/>
              <a:gd name="connsiteX80" fmla="*/ 11386973 w 12192000"/>
              <a:gd name="connsiteY80" fmla="*/ 708209 h 4939827"/>
              <a:gd name="connsiteX81" fmla="*/ 11500105 w 12192000"/>
              <a:gd name="connsiteY81" fmla="*/ 735014 h 4939827"/>
              <a:gd name="connsiteX82" fmla="*/ 11621735 w 12192000"/>
              <a:gd name="connsiteY82" fmla="*/ 789584 h 4939827"/>
              <a:gd name="connsiteX83" fmla="*/ 11691200 w 12192000"/>
              <a:gd name="connsiteY83" fmla="*/ 867902 h 4939827"/>
              <a:gd name="connsiteX84" fmla="*/ 11819427 w 12192000"/>
              <a:gd name="connsiteY84" fmla="*/ 911634 h 4939827"/>
              <a:gd name="connsiteX85" fmla="*/ 11969720 w 12192000"/>
              <a:gd name="connsiteY85" fmla="*/ 964737 h 4939827"/>
              <a:gd name="connsiteX86" fmla="*/ 12055766 w 12192000"/>
              <a:gd name="connsiteY86" fmla="*/ 991268 h 4939827"/>
              <a:gd name="connsiteX87" fmla="*/ 12171539 w 12192000"/>
              <a:gd name="connsiteY87" fmla="*/ 995427 h 4939827"/>
              <a:gd name="connsiteX88" fmla="*/ 12187831 w 12192000"/>
              <a:gd name="connsiteY88" fmla="*/ 996580 h 4939827"/>
              <a:gd name="connsiteX89" fmla="*/ 12192000 w 12192000"/>
              <a:gd name="connsiteY89" fmla="*/ 996726 h 4939827"/>
              <a:gd name="connsiteX90" fmla="*/ 12192000 w 12192000"/>
              <a:gd name="connsiteY90" fmla="*/ 4939827 h 4939827"/>
              <a:gd name="connsiteX91" fmla="*/ 0 w 12192000"/>
              <a:gd name="connsiteY91" fmla="*/ 4939827 h 4939827"/>
              <a:gd name="connsiteX92" fmla="*/ 0 w 12192000"/>
              <a:gd name="connsiteY92" fmla="*/ 512043 h 4939827"/>
              <a:gd name="connsiteX93" fmla="*/ 7381 w 12192000"/>
              <a:gd name="connsiteY93" fmla="*/ 512580 h 4939827"/>
              <a:gd name="connsiteX94" fmla="*/ 100029 w 12192000"/>
              <a:gd name="connsiteY94" fmla="*/ 504758 h 4939827"/>
              <a:gd name="connsiteX95" fmla="*/ 155244 w 12192000"/>
              <a:gd name="connsiteY95" fmla="*/ 525130 h 4939827"/>
              <a:gd name="connsiteX96" fmla="*/ 254366 w 12192000"/>
              <a:gd name="connsiteY96" fmla="*/ 534449 h 4939827"/>
              <a:gd name="connsiteX97" fmla="*/ 447292 w 12192000"/>
              <a:gd name="connsiteY97" fmla="*/ 542725 h 4939827"/>
              <a:gd name="connsiteX98" fmla="*/ 628105 w 12192000"/>
              <a:gd name="connsiteY98" fmla="*/ 547853 h 4939827"/>
              <a:gd name="connsiteX99" fmla="*/ 783146 w 12192000"/>
              <a:gd name="connsiteY99" fmla="*/ 591799 h 4939827"/>
              <a:gd name="connsiteX100" fmla="*/ 1043676 w 12192000"/>
              <a:gd name="connsiteY100" fmla="*/ 591887 h 4939827"/>
              <a:gd name="connsiteX101" fmla="*/ 1281816 w 12192000"/>
              <a:gd name="connsiteY101" fmla="*/ 520946 h 4939827"/>
              <a:gd name="connsiteX102" fmla="*/ 1486347 w 12192000"/>
              <a:gd name="connsiteY102" fmla="*/ 487310 h 4939827"/>
              <a:gd name="connsiteX103" fmla="*/ 1568079 w 12192000"/>
              <a:gd name="connsiteY103" fmla="*/ 462531 h 4939827"/>
              <a:gd name="connsiteX104" fmla="*/ 1622516 w 12192000"/>
              <a:gd name="connsiteY104" fmla="*/ 466058 h 4939827"/>
              <a:gd name="connsiteX105" fmla="*/ 1655457 w 12192000"/>
              <a:gd name="connsiteY105" fmla="*/ 465359 h 4939827"/>
              <a:gd name="connsiteX106" fmla="*/ 1717454 w 12192000"/>
              <a:gd name="connsiteY106" fmla="*/ 417203 h 4939827"/>
              <a:gd name="connsiteX107" fmla="*/ 1913794 w 12192000"/>
              <a:gd name="connsiteY107" fmla="*/ 365255 h 4939827"/>
              <a:gd name="connsiteX108" fmla="*/ 2129762 w 12192000"/>
              <a:gd name="connsiteY108" fmla="*/ 367832 h 4939827"/>
              <a:gd name="connsiteX109" fmla="*/ 2376970 w 12192000"/>
              <a:gd name="connsiteY109" fmla="*/ 350129 h 4939827"/>
              <a:gd name="connsiteX110" fmla="*/ 2480155 w 12192000"/>
              <a:gd name="connsiteY110" fmla="*/ 359227 h 4939827"/>
              <a:gd name="connsiteX111" fmla="*/ 2586782 w 12192000"/>
              <a:gd name="connsiteY111" fmla="*/ 339352 h 4939827"/>
              <a:gd name="connsiteX112" fmla="*/ 2654496 w 12192000"/>
              <a:gd name="connsiteY112" fmla="*/ 315431 h 4939827"/>
              <a:gd name="connsiteX113" fmla="*/ 2788947 w 12192000"/>
              <a:gd name="connsiteY113" fmla="*/ 250375 h 4939827"/>
              <a:gd name="connsiteX114" fmla="*/ 2885389 w 12192000"/>
              <a:gd name="connsiteY114" fmla="*/ 255259 h 4939827"/>
              <a:gd name="connsiteX115" fmla="*/ 3045916 w 12192000"/>
              <a:gd name="connsiteY115" fmla="*/ 261030 h 4939827"/>
              <a:gd name="connsiteX116" fmla="*/ 3074187 w 12192000"/>
              <a:gd name="connsiteY116" fmla="*/ 243226 h 4939827"/>
              <a:gd name="connsiteX117" fmla="*/ 3103677 w 12192000"/>
              <a:gd name="connsiteY117" fmla="*/ 209527 h 4939827"/>
              <a:gd name="connsiteX118" fmla="*/ 3126759 w 12192000"/>
              <a:gd name="connsiteY118" fmla="*/ 211226 h 4939827"/>
              <a:gd name="connsiteX119" fmla="*/ 3164020 w 12192000"/>
              <a:gd name="connsiteY119" fmla="*/ 212779 h 4939827"/>
              <a:gd name="connsiteX120" fmla="*/ 3285019 w 12192000"/>
              <a:gd name="connsiteY120" fmla="*/ 220535 h 4939827"/>
              <a:gd name="connsiteX121" fmla="*/ 3365154 w 12192000"/>
              <a:gd name="connsiteY121" fmla="*/ 226416 h 4939827"/>
              <a:gd name="connsiteX122" fmla="*/ 3367507 w 12192000"/>
              <a:gd name="connsiteY122" fmla="*/ 225416 h 4939827"/>
              <a:gd name="connsiteX123" fmla="*/ 3387567 w 12192000"/>
              <a:gd name="connsiteY123" fmla="*/ 227103 h 4939827"/>
              <a:gd name="connsiteX124" fmla="*/ 3498001 w 12192000"/>
              <a:gd name="connsiteY124" fmla="*/ 231941 h 4939827"/>
              <a:gd name="connsiteX125" fmla="*/ 3561557 w 12192000"/>
              <a:gd name="connsiteY125" fmla="*/ 228095 h 4939827"/>
              <a:gd name="connsiteX126" fmla="*/ 3611920 w 12192000"/>
              <a:gd name="connsiteY126" fmla="*/ 218094 h 4939827"/>
              <a:gd name="connsiteX127" fmla="*/ 3620528 w 12192000"/>
              <a:gd name="connsiteY127" fmla="*/ 218788 h 4939827"/>
              <a:gd name="connsiteX128" fmla="*/ 3620766 w 12192000"/>
              <a:gd name="connsiteY128" fmla="*/ 218511 h 4939827"/>
              <a:gd name="connsiteX129" fmla="*/ 3629977 w 12192000"/>
              <a:gd name="connsiteY129" fmla="*/ 218664 h 4939827"/>
              <a:gd name="connsiteX130" fmla="*/ 3636217 w 12192000"/>
              <a:gd name="connsiteY130" fmla="*/ 220048 h 4939827"/>
              <a:gd name="connsiteX131" fmla="*/ 3709484 w 12192000"/>
              <a:gd name="connsiteY131" fmla="*/ 186927 h 4939827"/>
              <a:gd name="connsiteX132" fmla="*/ 3761342 w 12192000"/>
              <a:gd name="connsiteY132" fmla="*/ 177474 h 4939827"/>
              <a:gd name="connsiteX133" fmla="*/ 3799748 w 12192000"/>
              <a:gd name="connsiteY133" fmla="*/ 167154 h 4939827"/>
              <a:gd name="connsiteX134" fmla="*/ 3922756 w 12192000"/>
              <a:gd name="connsiteY134" fmla="*/ 194044 h 4939827"/>
              <a:gd name="connsiteX135" fmla="*/ 4028476 w 12192000"/>
              <a:gd name="connsiteY135" fmla="*/ 223679 h 4939827"/>
              <a:gd name="connsiteX136" fmla="*/ 4191582 w 12192000"/>
              <a:gd name="connsiteY136" fmla="*/ 238952 h 4939827"/>
              <a:gd name="connsiteX137" fmla="*/ 4251024 w 12192000"/>
              <a:gd name="connsiteY137" fmla="*/ 240874 h 4939827"/>
              <a:gd name="connsiteX138" fmla="*/ 4355275 w 12192000"/>
              <a:gd name="connsiteY138" fmla="*/ 260205 h 4939827"/>
              <a:gd name="connsiteX139" fmla="*/ 4423807 w 12192000"/>
              <a:gd name="connsiteY139" fmla="*/ 270366 h 4939827"/>
              <a:gd name="connsiteX140" fmla="*/ 4558432 w 12192000"/>
              <a:gd name="connsiteY140" fmla="*/ 269194 h 4939827"/>
              <a:gd name="connsiteX141" fmla="*/ 4635061 w 12192000"/>
              <a:gd name="connsiteY141" fmla="*/ 280682 h 4939827"/>
              <a:gd name="connsiteX142" fmla="*/ 4807427 w 12192000"/>
              <a:gd name="connsiteY142" fmla="*/ 276835 h 4939827"/>
              <a:gd name="connsiteX143" fmla="*/ 5028933 w 12192000"/>
              <a:gd name="connsiteY143" fmla="*/ 183887 h 4939827"/>
              <a:gd name="connsiteX144" fmla="*/ 5093642 w 12192000"/>
              <a:gd name="connsiteY144" fmla="*/ 177214 h 4939827"/>
              <a:gd name="connsiteX145" fmla="*/ 5102642 w 12192000"/>
              <a:gd name="connsiteY145" fmla="*/ 186816 h 4939827"/>
              <a:gd name="connsiteX146" fmla="*/ 5193590 w 12192000"/>
              <a:gd name="connsiteY146" fmla="*/ 156458 h 4939827"/>
              <a:gd name="connsiteX147" fmla="*/ 5323922 w 12192000"/>
              <a:gd name="connsiteY147" fmla="*/ 146332 h 4939827"/>
              <a:gd name="connsiteX148" fmla="*/ 5421860 w 12192000"/>
              <a:gd name="connsiteY148" fmla="*/ 167298 h 4939827"/>
              <a:gd name="connsiteX149" fmla="*/ 5476948 w 12192000"/>
              <a:gd name="connsiteY149" fmla="*/ 173249 h 4939827"/>
              <a:gd name="connsiteX150" fmla="*/ 5516842 w 12192000"/>
              <a:gd name="connsiteY150" fmla="*/ 184018 h 4939827"/>
              <a:gd name="connsiteX151" fmla="*/ 5619415 w 12192000"/>
              <a:gd name="connsiteY151" fmla="*/ 176781 h 4939827"/>
              <a:gd name="connsiteX152" fmla="*/ 5789867 w 12192000"/>
              <a:gd name="connsiteY152" fmla="*/ 150304 h 4939827"/>
              <a:gd name="connsiteX153" fmla="*/ 5825953 w 12192000"/>
              <a:gd name="connsiteY153" fmla="*/ 147907 h 4939827"/>
              <a:gd name="connsiteX154" fmla="*/ 5856168 w 12192000"/>
              <a:gd name="connsiteY154" fmla="*/ 158719 h 4939827"/>
              <a:gd name="connsiteX155" fmla="*/ 5862476 w 12192000"/>
              <a:gd name="connsiteY155" fmla="*/ 172447 h 4939827"/>
              <a:gd name="connsiteX156" fmla="*/ 5882195 w 12192000"/>
              <a:gd name="connsiteY156" fmla="*/ 173195 h 4939827"/>
              <a:gd name="connsiteX157" fmla="*/ 5887271 w 12192000"/>
              <a:gd name="connsiteY157" fmla="*/ 176084 h 4939827"/>
              <a:gd name="connsiteX158" fmla="*/ 5921577 w 12192000"/>
              <a:gd name="connsiteY158" fmla="*/ 169858 h 4939827"/>
              <a:gd name="connsiteX159" fmla="*/ 5983240 w 12192000"/>
              <a:gd name="connsiteY159" fmla="*/ 152755 h 4939827"/>
              <a:gd name="connsiteX160" fmla="*/ 6152287 w 12192000"/>
              <a:gd name="connsiteY160" fmla="*/ 116736 h 4939827"/>
              <a:gd name="connsiteX161" fmla="*/ 6415830 w 12192000"/>
              <a:gd name="connsiteY161" fmla="*/ 136006 h 4939827"/>
              <a:gd name="connsiteX162" fmla="*/ 6756965 w 12192000"/>
              <a:gd name="connsiteY162" fmla="*/ 57636 h 4939827"/>
              <a:gd name="connsiteX163" fmla="*/ 6819400 w 12192000"/>
              <a:gd name="connsiteY163" fmla="*/ 30742 h 4939827"/>
              <a:gd name="connsiteX164" fmla="*/ 6986370 w 12192000"/>
              <a:gd name="connsiteY164" fmla="*/ 12659 h 4939827"/>
              <a:gd name="connsiteX165" fmla="*/ 6989536 w 12192000"/>
              <a:gd name="connsiteY165" fmla="*/ 14528 h 4939827"/>
              <a:gd name="connsiteX166" fmla="*/ 7015933 w 12192000"/>
              <a:gd name="connsiteY166" fmla="*/ 9653 h 4939827"/>
              <a:gd name="connsiteX167" fmla="*/ 7020592 w 12192000"/>
              <a:gd name="connsiteY167" fmla="*/ 1651 h 4939827"/>
              <a:gd name="connsiteX168" fmla="*/ 7025905 w 12192000"/>
              <a:gd name="connsiteY168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52584 w 12192000"/>
              <a:gd name="connsiteY17" fmla="*/ 170181 h 4939827"/>
              <a:gd name="connsiteX18" fmla="*/ 8009534 w 12192000"/>
              <a:gd name="connsiteY18" fmla="*/ 176441 h 4939827"/>
              <a:gd name="connsiteX19" fmla="*/ 8058681 w 12192000"/>
              <a:gd name="connsiteY19" fmla="*/ 219431 h 4939827"/>
              <a:gd name="connsiteX20" fmla="*/ 8126175 w 12192000"/>
              <a:gd name="connsiteY20" fmla="*/ 240005 h 4939827"/>
              <a:gd name="connsiteX21" fmla="*/ 8166439 w 12192000"/>
              <a:gd name="connsiteY21" fmla="*/ 252699 h 4939827"/>
              <a:gd name="connsiteX22" fmla="*/ 8281371 w 12192000"/>
              <a:gd name="connsiteY22" fmla="*/ 256875 h 4939827"/>
              <a:gd name="connsiteX23" fmla="*/ 8381609 w 12192000"/>
              <a:gd name="connsiteY23" fmla="*/ 240618 h 4939827"/>
              <a:gd name="connsiteX24" fmla="*/ 8406759 w 12192000"/>
              <a:gd name="connsiteY24" fmla="*/ 232517 h 4939827"/>
              <a:gd name="connsiteX25" fmla="*/ 8426506 w 12192000"/>
              <a:gd name="connsiteY25" fmla="*/ 241842 h 4939827"/>
              <a:gd name="connsiteX26" fmla="*/ 8427949 w 12192000"/>
              <a:gd name="connsiteY26" fmla="*/ 240981 h 4939827"/>
              <a:gd name="connsiteX27" fmla="*/ 8441468 w 12192000"/>
              <a:gd name="connsiteY27" fmla="*/ 241157 h 4939827"/>
              <a:gd name="connsiteX28" fmla="*/ 8565757 w 12192000"/>
              <a:gd name="connsiteY28" fmla="*/ 255317 h 4939827"/>
              <a:gd name="connsiteX29" fmla="*/ 8573171 w 12192000"/>
              <a:gd name="connsiteY29" fmla="*/ 258426 h 4939827"/>
              <a:gd name="connsiteX30" fmla="*/ 8573548 w 12192000"/>
              <a:gd name="connsiteY30" fmla="*/ 258241 h 4939827"/>
              <a:gd name="connsiteX31" fmla="*/ 8581827 w 12192000"/>
              <a:gd name="connsiteY31" fmla="*/ 261028 h 4939827"/>
              <a:gd name="connsiteX32" fmla="*/ 8586687 w 12192000"/>
              <a:gd name="connsiteY32" fmla="*/ 264089 h 4939827"/>
              <a:gd name="connsiteX33" fmla="*/ 8601067 w 12192000"/>
              <a:gd name="connsiteY33" fmla="*/ 270114 h 4939827"/>
              <a:gd name="connsiteX34" fmla="*/ 8672650 w 12192000"/>
              <a:gd name="connsiteY34" fmla="*/ 254821 h 4939827"/>
              <a:gd name="connsiteX35" fmla="*/ 8785543 w 12192000"/>
              <a:gd name="connsiteY35" fmla="*/ 263406 h 4939827"/>
              <a:gd name="connsiteX36" fmla="*/ 8830588 w 12192000"/>
              <a:gd name="connsiteY36" fmla="*/ 265483 h 4939827"/>
              <a:gd name="connsiteX37" fmla="*/ 8905142 w 12192000"/>
              <a:gd name="connsiteY37" fmla="*/ 264958 h 4939827"/>
              <a:gd name="connsiteX38" fmla="*/ 8968582 w 12192000"/>
              <a:gd name="connsiteY38" fmla="*/ 262728 h 4939827"/>
              <a:gd name="connsiteX39" fmla="*/ 8972994 w 12192000"/>
              <a:gd name="connsiteY39" fmla="*/ 263284 h 4939827"/>
              <a:gd name="connsiteX40" fmla="*/ 9004605 w 12192000"/>
              <a:gd name="connsiteY40" fmla="*/ 258041 h 4939827"/>
              <a:gd name="connsiteX41" fmla="*/ 9016165 w 12192000"/>
              <a:gd name="connsiteY41" fmla="*/ 261258 h 4939827"/>
              <a:gd name="connsiteX42" fmla="*/ 9043297 w 12192000"/>
              <a:gd name="connsiteY42" fmla="*/ 281547 h 4939827"/>
              <a:gd name="connsiteX43" fmla="*/ 9048315 w 12192000"/>
              <a:gd name="connsiteY43" fmla="*/ 279264 h 4939827"/>
              <a:gd name="connsiteX44" fmla="*/ 9054706 w 12192000"/>
              <a:gd name="connsiteY44" fmla="*/ 278538 h 4939827"/>
              <a:gd name="connsiteX45" fmla="*/ 9070919 w 12192000"/>
              <a:gd name="connsiteY45" fmla="*/ 281810 h 4939827"/>
              <a:gd name="connsiteX46" fmla="*/ 9076813 w 12192000"/>
              <a:gd name="connsiteY46" fmla="*/ 283909 h 4939827"/>
              <a:gd name="connsiteX47" fmla="*/ 9085871 w 12192000"/>
              <a:gd name="connsiteY47" fmla="*/ 285133 h 4939827"/>
              <a:gd name="connsiteX48" fmla="*/ 9086159 w 12192000"/>
              <a:gd name="connsiteY48" fmla="*/ 284887 h 4939827"/>
              <a:gd name="connsiteX49" fmla="*/ 9134606 w 12192000"/>
              <a:gd name="connsiteY49" fmla="*/ 288168 h 4939827"/>
              <a:gd name="connsiteX50" fmla="*/ 9195590 w 12192000"/>
              <a:gd name="connsiteY50" fmla="*/ 279568 h 4939827"/>
              <a:gd name="connsiteX51" fmla="*/ 9219336 w 12192000"/>
              <a:gd name="connsiteY51" fmla="*/ 278133 h 4939827"/>
              <a:gd name="connsiteX52" fmla="*/ 9232362 w 12192000"/>
              <a:gd name="connsiteY52" fmla="*/ 275894 h 4939827"/>
              <a:gd name="connsiteX53" fmla="*/ 9233396 w 12192000"/>
              <a:gd name="connsiteY53" fmla="*/ 274803 h 4939827"/>
              <a:gd name="connsiteX54" fmla="*/ 9256213 w 12192000"/>
              <a:gd name="connsiteY54" fmla="*/ 281576 h 4939827"/>
              <a:gd name="connsiteX55" fmla="*/ 9262377 w 12192000"/>
              <a:gd name="connsiteY55" fmla="*/ 286635 h 4939827"/>
              <a:gd name="connsiteX56" fmla="*/ 9287089 w 12192000"/>
              <a:gd name="connsiteY56" fmla="*/ 303891 h 4939827"/>
              <a:gd name="connsiteX57" fmla="*/ 9371484 w 12192000"/>
              <a:gd name="connsiteY57" fmla="*/ 329634 h 4939827"/>
              <a:gd name="connsiteX58" fmla="*/ 9404829 w 12192000"/>
              <a:gd name="connsiteY58" fmla="*/ 339038 h 4939827"/>
              <a:gd name="connsiteX59" fmla="*/ 9427021 w 12192000"/>
              <a:gd name="connsiteY59" fmla="*/ 358784 h 4939827"/>
              <a:gd name="connsiteX60" fmla="*/ 9670844 w 12192000"/>
              <a:gd name="connsiteY60" fmla="*/ 405128 h 4939827"/>
              <a:gd name="connsiteX61" fmla="*/ 9816083 w 12192000"/>
              <a:gd name="connsiteY61" fmla="*/ 416573 h 4939827"/>
              <a:gd name="connsiteX62" fmla="*/ 9936741 w 12192000"/>
              <a:gd name="connsiteY62" fmla="*/ 437044 h 4939827"/>
              <a:gd name="connsiteX63" fmla="*/ 10050093 w 12192000"/>
              <a:gd name="connsiteY63" fmla="*/ 443783 h 4939827"/>
              <a:gd name="connsiteX64" fmla="*/ 10130090 w 12192000"/>
              <a:gd name="connsiteY64" fmla="*/ 459520 h 4939827"/>
              <a:gd name="connsiteX65" fmla="*/ 10173456 w 12192000"/>
              <a:gd name="connsiteY65" fmla="*/ 457749 h 4939827"/>
              <a:gd name="connsiteX66" fmla="*/ 10218232 w 12192000"/>
              <a:gd name="connsiteY66" fmla="*/ 459820 h 4939827"/>
              <a:gd name="connsiteX67" fmla="*/ 10354176 w 12192000"/>
              <a:gd name="connsiteY67" fmla="*/ 471377 h 4939827"/>
              <a:gd name="connsiteX68" fmla="*/ 10430681 w 12192000"/>
              <a:gd name="connsiteY68" fmla="*/ 481226 h 4939827"/>
              <a:gd name="connsiteX69" fmla="*/ 10478169 w 12192000"/>
              <a:gd name="connsiteY69" fmla="*/ 481774 h 4939827"/>
              <a:gd name="connsiteX70" fmla="*/ 10540907 w 12192000"/>
              <a:gd name="connsiteY70" fmla="*/ 485607 h 4939827"/>
              <a:gd name="connsiteX71" fmla="*/ 10614941 w 12192000"/>
              <a:gd name="connsiteY71" fmla="*/ 487592 h 4939827"/>
              <a:gd name="connsiteX72" fmla="*/ 10674098 w 12192000"/>
              <a:gd name="connsiteY72" fmla="*/ 521656 h 4939827"/>
              <a:gd name="connsiteX73" fmla="*/ 10874834 w 12192000"/>
              <a:gd name="connsiteY73" fmla="*/ 574867 h 4939827"/>
              <a:gd name="connsiteX74" fmla="*/ 10944981 w 12192000"/>
              <a:gd name="connsiteY74" fmla="*/ 615042 h 4939827"/>
              <a:gd name="connsiteX75" fmla="*/ 11006376 w 12192000"/>
              <a:gd name="connsiteY75" fmla="*/ 645957 h 4939827"/>
              <a:gd name="connsiteX76" fmla="*/ 11076308 w 12192000"/>
              <a:gd name="connsiteY76" fmla="*/ 675698 h 4939827"/>
              <a:gd name="connsiteX77" fmla="*/ 11148789 w 12192000"/>
              <a:gd name="connsiteY77" fmla="*/ 685041 h 4939827"/>
              <a:gd name="connsiteX78" fmla="*/ 11249129 w 12192000"/>
              <a:gd name="connsiteY78" fmla="*/ 684218 h 4939827"/>
              <a:gd name="connsiteX79" fmla="*/ 11299915 w 12192000"/>
              <a:gd name="connsiteY79" fmla="*/ 692177 h 4939827"/>
              <a:gd name="connsiteX80" fmla="*/ 11386973 w 12192000"/>
              <a:gd name="connsiteY80" fmla="*/ 708209 h 4939827"/>
              <a:gd name="connsiteX81" fmla="*/ 11500105 w 12192000"/>
              <a:gd name="connsiteY81" fmla="*/ 735014 h 4939827"/>
              <a:gd name="connsiteX82" fmla="*/ 11621735 w 12192000"/>
              <a:gd name="connsiteY82" fmla="*/ 789584 h 4939827"/>
              <a:gd name="connsiteX83" fmla="*/ 11691200 w 12192000"/>
              <a:gd name="connsiteY83" fmla="*/ 867902 h 4939827"/>
              <a:gd name="connsiteX84" fmla="*/ 11819427 w 12192000"/>
              <a:gd name="connsiteY84" fmla="*/ 911634 h 4939827"/>
              <a:gd name="connsiteX85" fmla="*/ 11969720 w 12192000"/>
              <a:gd name="connsiteY85" fmla="*/ 964737 h 4939827"/>
              <a:gd name="connsiteX86" fmla="*/ 12055766 w 12192000"/>
              <a:gd name="connsiteY86" fmla="*/ 991268 h 4939827"/>
              <a:gd name="connsiteX87" fmla="*/ 12171539 w 12192000"/>
              <a:gd name="connsiteY87" fmla="*/ 995427 h 4939827"/>
              <a:gd name="connsiteX88" fmla="*/ 12187831 w 12192000"/>
              <a:gd name="connsiteY88" fmla="*/ 996580 h 4939827"/>
              <a:gd name="connsiteX89" fmla="*/ 12192000 w 12192000"/>
              <a:gd name="connsiteY89" fmla="*/ 996726 h 4939827"/>
              <a:gd name="connsiteX90" fmla="*/ 12192000 w 12192000"/>
              <a:gd name="connsiteY90" fmla="*/ 4939827 h 4939827"/>
              <a:gd name="connsiteX91" fmla="*/ 0 w 12192000"/>
              <a:gd name="connsiteY91" fmla="*/ 4939827 h 4939827"/>
              <a:gd name="connsiteX92" fmla="*/ 0 w 12192000"/>
              <a:gd name="connsiteY92" fmla="*/ 512043 h 4939827"/>
              <a:gd name="connsiteX93" fmla="*/ 7381 w 12192000"/>
              <a:gd name="connsiteY93" fmla="*/ 512580 h 4939827"/>
              <a:gd name="connsiteX94" fmla="*/ 100029 w 12192000"/>
              <a:gd name="connsiteY94" fmla="*/ 504758 h 4939827"/>
              <a:gd name="connsiteX95" fmla="*/ 155244 w 12192000"/>
              <a:gd name="connsiteY95" fmla="*/ 525130 h 4939827"/>
              <a:gd name="connsiteX96" fmla="*/ 254366 w 12192000"/>
              <a:gd name="connsiteY96" fmla="*/ 534449 h 4939827"/>
              <a:gd name="connsiteX97" fmla="*/ 447292 w 12192000"/>
              <a:gd name="connsiteY97" fmla="*/ 542725 h 4939827"/>
              <a:gd name="connsiteX98" fmla="*/ 628105 w 12192000"/>
              <a:gd name="connsiteY98" fmla="*/ 547853 h 4939827"/>
              <a:gd name="connsiteX99" fmla="*/ 783146 w 12192000"/>
              <a:gd name="connsiteY99" fmla="*/ 591799 h 4939827"/>
              <a:gd name="connsiteX100" fmla="*/ 1043676 w 12192000"/>
              <a:gd name="connsiteY100" fmla="*/ 591887 h 4939827"/>
              <a:gd name="connsiteX101" fmla="*/ 1281816 w 12192000"/>
              <a:gd name="connsiteY101" fmla="*/ 520946 h 4939827"/>
              <a:gd name="connsiteX102" fmla="*/ 1486347 w 12192000"/>
              <a:gd name="connsiteY102" fmla="*/ 487310 h 4939827"/>
              <a:gd name="connsiteX103" fmla="*/ 1568079 w 12192000"/>
              <a:gd name="connsiteY103" fmla="*/ 462531 h 4939827"/>
              <a:gd name="connsiteX104" fmla="*/ 1622516 w 12192000"/>
              <a:gd name="connsiteY104" fmla="*/ 466058 h 4939827"/>
              <a:gd name="connsiteX105" fmla="*/ 1655457 w 12192000"/>
              <a:gd name="connsiteY105" fmla="*/ 465359 h 4939827"/>
              <a:gd name="connsiteX106" fmla="*/ 1717454 w 12192000"/>
              <a:gd name="connsiteY106" fmla="*/ 417203 h 4939827"/>
              <a:gd name="connsiteX107" fmla="*/ 1913794 w 12192000"/>
              <a:gd name="connsiteY107" fmla="*/ 365255 h 4939827"/>
              <a:gd name="connsiteX108" fmla="*/ 2129762 w 12192000"/>
              <a:gd name="connsiteY108" fmla="*/ 367832 h 4939827"/>
              <a:gd name="connsiteX109" fmla="*/ 2376970 w 12192000"/>
              <a:gd name="connsiteY109" fmla="*/ 350129 h 4939827"/>
              <a:gd name="connsiteX110" fmla="*/ 2480155 w 12192000"/>
              <a:gd name="connsiteY110" fmla="*/ 359227 h 4939827"/>
              <a:gd name="connsiteX111" fmla="*/ 2586782 w 12192000"/>
              <a:gd name="connsiteY111" fmla="*/ 339352 h 4939827"/>
              <a:gd name="connsiteX112" fmla="*/ 2654496 w 12192000"/>
              <a:gd name="connsiteY112" fmla="*/ 315431 h 4939827"/>
              <a:gd name="connsiteX113" fmla="*/ 2788947 w 12192000"/>
              <a:gd name="connsiteY113" fmla="*/ 250375 h 4939827"/>
              <a:gd name="connsiteX114" fmla="*/ 2885389 w 12192000"/>
              <a:gd name="connsiteY114" fmla="*/ 255259 h 4939827"/>
              <a:gd name="connsiteX115" fmla="*/ 3045916 w 12192000"/>
              <a:gd name="connsiteY115" fmla="*/ 261030 h 4939827"/>
              <a:gd name="connsiteX116" fmla="*/ 3103677 w 12192000"/>
              <a:gd name="connsiteY116" fmla="*/ 209527 h 4939827"/>
              <a:gd name="connsiteX117" fmla="*/ 3126759 w 12192000"/>
              <a:gd name="connsiteY117" fmla="*/ 211226 h 4939827"/>
              <a:gd name="connsiteX118" fmla="*/ 3164020 w 12192000"/>
              <a:gd name="connsiteY118" fmla="*/ 212779 h 4939827"/>
              <a:gd name="connsiteX119" fmla="*/ 3285019 w 12192000"/>
              <a:gd name="connsiteY119" fmla="*/ 220535 h 4939827"/>
              <a:gd name="connsiteX120" fmla="*/ 3365154 w 12192000"/>
              <a:gd name="connsiteY120" fmla="*/ 226416 h 4939827"/>
              <a:gd name="connsiteX121" fmla="*/ 3367507 w 12192000"/>
              <a:gd name="connsiteY121" fmla="*/ 225416 h 4939827"/>
              <a:gd name="connsiteX122" fmla="*/ 3387567 w 12192000"/>
              <a:gd name="connsiteY122" fmla="*/ 227103 h 4939827"/>
              <a:gd name="connsiteX123" fmla="*/ 3498001 w 12192000"/>
              <a:gd name="connsiteY123" fmla="*/ 231941 h 4939827"/>
              <a:gd name="connsiteX124" fmla="*/ 3561557 w 12192000"/>
              <a:gd name="connsiteY124" fmla="*/ 228095 h 4939827"/>
              <a:gd name="connsiteX125" fmla="*/ 3611920 w 12192000"/>
              <a:gd name="connsiteY125" fmla="*/ 218094 h 4939827"/>
              <a:gd name="connsiteX126" fmla="*/ 3620528 w 12192000"/>
              <a:gd name="connsiteY126" fmla="*/ 218788 h 4939827"/>
              <a:gd name="connsiteX127" fmla="*/ 3620766 w 12192000"/>
              <a:gd name="connsiteY127" fmla="*/ 218511 h 4939827"/>
              <a:gd name="connsiteX128" fmla="*/ 3629977 w 12192000"/>
              <a:gd name="connsiteY128" fmla="*/ 218664 h 4939827"/>
              <a:gd name="connsiteX129" fmla="*/ 3636217 w 12192000"/>
              <a:gd name="connsiteY129" fmla="*/ 220048 h 4939827"/>
              <a:gd name="connsiteX130" fmla="*/ 3709484 w 12192000"/>
              <a:gd name="connsiteY130" fmla="*/ 186927 h 4939827"/>
              <a:gd name="connsiteX131" fmla="*/ 3761342 w 12192000"/>
              <a:gd name="connsiteY131" fmla="*/ 177474 h 4939827"/>
              <a:gd name="connsiteX132" fmla="*/ 3799748 w 12192000"/>
              <a:gd name="connsiteY132" fmla="*/ 167154 h 4939827"/>
              <a:gd name="connsiteX133" fmla="*/ 3922756 w 12192000"/>
              <a:gd name="connsiteY133" fmla="*/ 194044 h 4939827"/>
              <a:gd name="connsiteX134" fmla="*/ 4028476 w 12192000"/>
              <a:gd name="connsiteY134" fmla="*/ 223679 h 4939827"/>
              <a:gd name="connsiteX135" fmla="*/ 4191582 w 12192000"/>
              <a:gd name="connsiteY135" fmla="*/ 238952 h 4939827"/>
              <a:gd name="connsiteX136" fmla="*/ 4251024 w 12192000"/>
              <a:gd name="connsiteY136" fmla="*/ 240874 h 4939827"/>
              <a:gd name="connsiteX137" fmla="*/ 4355275 w 12192000"/>
              <a:gd name="connsiteY137" fmla="*/ 260205 h 4939827"/>
              <a:gd name="connsiteX138" fmla="*/ 4423807 w 12192000"/>
              <a:gd name="connsiteY138" fmla="*/ 270366 h 4939827"/>
              <a:gd name="connsiteX139" fmla="*/ 4558432 w 12192000"/>
              <a:gd name="connsiteY139" fmla="*/ 269194 h 4939827"/>
              <a:gd name="connsiteX140" fmla="*/ 4635061 w 12192000"/>
              <a:gd name="connsiteY140" fmla="*/ 280682 h 4939827"/>
              <a:gd name="connsiteX141" fmla="*/ 4807427 w 12192000"/>
              <a:gd name="connsiteY141" fmla="*/ 276835 h 4939827"/>
              <a:gd name="connsiteX142" fmla="*/ 5028933 w 12192000"/>
              <a:gd name="connsiteY142" fmla="*/ 183887 h 4939827"/>
              <a:gd name="connsiteX143" fmla="*/ 5093642 w 12192000"/>
              <a:gd name="connsiteY143" fmla="*/ 177214 h 4939827"/>
              <a:gd name="connsiteX144" fmla="*/ 5102642 w 12192000"/>
              <a:gd name="connsiteY144" fmla="*/ 186816 h 4939827"/>
              <a:gd name="connsiteX145" fmla="*/ 5193590 w 12192000"/>
              <a:gd name="connsiteY145" fmla="*/ 156458 h 4939827"/>
              <a:gd name="connsiteX146" fmla="*/ 5323922 w 12192000"/>
              <a:gd name="connsiteY146" fmla="*/ 146332 h 4939827"/>
              <a:gd name="connsiteX147" fmla="*/ 5421860 w 12192000"/>
              <a:gd name="connsiteY147" fmla="*/ 167298 h 4939827"/>
              <a:gd name="connsiteX148" fmla="*/ 5476948 w 12192000"/>
              <a:gd name="connsiteY148" fmla="*/ 173249 h 4939827"/>
              <a:gd name="connsiteX149" fmla="*/ 5516842 w 12192000"/>
              <a:gd name="connsiteY149" fmla="*/ 184018 h 4939827"/>
              <a:gd name="connsiteX150" fmla="*/ 5619415 w 12192000"/>
              <a:gd name="connsiteY150" fmla="*/ 176781 h 4939827"/>
              <a:gd name="connsiteX151" fmla="*/ 5789867 w 12192000"/>
              <a:gd name="connsiteY151" fmla="*/ 150304 h 4939827"/>
              <a:gd name="connsiteX152" fmla="*/ 5825953 w 12192000"/>
              <a:gd name="connsiteY152" fmla="*/ 147907 h 4939827"/>
              <a:gd name="connsiteX153" fmla="*/ 5856168 w 12192000"/>
              <a:gd name="connsiteY153" fmla="*/ 158719 h 4939827"/>
              <a:gd name="connsiteX154" fmla="*/ 5862476 w 12192000"/>
              <a:gd name="connsiteY154" fmla="*/ 172447 h 4939827"/>
              <a:gd name="connsiteX155" fmla="*/ 5882195 w 12192000"/>
              <a:gd name="connsiteY155" fmla="*/ 173195 h 4939827"/>
              <a:gd name="connsiteX156" fmla="*/ 5887271 w 12192000"/>
              <a:gd name="connsiteY156" fmla="*/ 176084 h 4939827"/>
              <a:gd name="connsiteX157" fmla="*/ 5921577 w 12192000"/>
              <a:gd name="connsiteY157" fmla="*/ 169858 h 4939827"/>
              <a:gd name="connsiteX158" fmla="*/ 5983240 w 12192000"/>
              <a:gd name="connsiteY158" fmla="*/ 152755 h 4939827"/>
              <a:gd name="connsiteX159" fmla="*/ 6152287 w 12192000"/>
              <a:gd name="connsiteY159" fmla="*/ 116736 h 4939827"/>
              <a:gd name="connsiteX160" fmla="*/ 6415830 w 12192000"/>
              <a:gd name="connsiteY160" fmla="*/ 136006 h 4939827"/>
              <a:gd name="connsiteX161" fmla="*/ 6756965 w 12192000"/>
              <a:gd name="connsiteY161" fmla="*/ 57636 h 4939827"/>
              <a:gd name="connsiteX162" fmla="*/ 6819400 w 12192000"/>
              <a:gd name="connsiteY162" fmla="*/ 30742 h 4939827"/>
              <a:gd name="connsiteX163" fmla="*/ 6986370 w 12192000"/>
              <a:gd name="connsiteY163" fmla="*/ 12659 h 4939827"/>
              <a:gd name="connsiteX164" fmla="*/ 6989536 w 12192000"/>
              <a:gd name="connsiteY164" fmla="*/ 14528 h 4939827"/>
              <a:gd name="connsiteX165" fmla="*/ 7015933 w 12192000"/>
              <a:gd name="connsiteY165" fmla="*/ 9653 h 4939827"/>
              <a:gd name="connsiteX166" fmla="*/ 7020592 w 12192000"/>
              <a:gd name="connsiteY166" fmla="*/ 1651 h 4939827"/>
              <a:gd name="connsiteX167" fmla="*/ 7025905 w 12192000"/>
              <a:gd name="connsiteY167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52584 w 12192000"/>
              <a:gd name="connsiteY17" fmla="*/ 170181 h 4939827"/>
              <a:gd name="connsiteX18" fmla="*/ 8009534 w 12192000"/>
              <a:gd name="connsiteY18" fmla="*/ 176441 h 4939827"/>
              <a:gd name="connsiteX19" fmla="*/ 8058681 w 12192000"/>
              <a:gd name="connsiteY19" fmla="*/ 219431 h 4939827"/>
              <a:gd name="connsiteX20" fmla="*/ 8126175 w 12192000"/>
              <a:gd name="connsiteY20" fmla="*/ 240005 h 4939827"/>
              <a:gd name="connsiteX21" fmla="*/ 8166439 w 12192000"/>
              <a:gd name="connsiteY21" fmla="*/ 252699 h 4939827"/>
              <a:gd name="connsiteX22" fmla="*/ 8281371 w 12192000"/>
              <a:gd name="connsiteY22" fmla="*/ 256875 h 4939827"/>
              <a:gd name="connsiteX23" fmla="*/ 8381609 w 12192000"/>
              <a:gd name="connsiteY23" fmla="*/ 240618 h 4939827"/>
              <a:gd name="connsiteX24" fmla="*/ 8406759 w 12192000"/>
              <a:gd name="connsiteY24" fmla="*/ 232517 h 4939827"/>
              <a:gd name="connsiteX25" fmla="*/ 8426506 w 12192000"/>
              <a:gd name="connsiteY25" fmla="*/ 241842 h 4939827"/>
              <a:gd name="connsiteX26" fmla="*/ 8427949 w 12192000"/>
              <a:gd name="connsiteY26" fmla="*/ 240981 h 4939827"/>
              <a:gd name="connsiteX27" fmla="*/ 8441468 w 12192000"/>
              <a:gd name="connsiteY27" fmla="*/ 241157 h 4939827"/>
              <a:gd name="connsiteX28" fmla="*/ 8565757 w 12192000"/>
              <a:gd name="connsiteY28" fmla="*/ 255317 h 4939827"/>
              <a:gd name="connsiteX29" fmla="*/ 8573171 w 12192000"/>
              <a:gd name="connsiteY29" fmla="*/ 258426 h 4939827"/>
              <a:gd name="connsiteX30" fmla="*/ 8573548 w 12192000"/>
              <a:gd name="connsiteY30" fmla="*/ 258241 h 4939827"/>
              <a:gd name="connsiteX31" fmla="*/ 8581827 w 12192000"/>
              <a:gd name="connsiteY31" fmla="*/ 261028 h 4939827"/>
              <a:gd name="connsiteX32" fmla="*/ 8586687 w 12192000"/>
              <a:gd name="connsiteY32" fmla="*/ 264089 h 4939827"/>
              <a:gd name="connsiteX33" fmla="*/ 8601067 w 12192000"/>
              <a:gd name="connsiteY33" fmla="*/ 270114 h 4939827"/>
              <a:gd name="connsiteX34" fmla="*/ 8672650 w 12192000"/>
              <a:gd name="connsiteY34" fmla="*/ 254821 h 4939827"/>
              <a:gd name="connsiteX35" fmla="*/ 8785543 w 12192000"/>
              <a:gd name="connsiteY35" fmla="*/ 263406 h 4939827"/>
              <a:gd name="connsiteX36" fmla="*/ 8830588 w 12192000"/>
              <a:gd name="connsiteY36" fmla="*/ 265483 h 4939827"/>
              <a:gd name="connsiteX37" fmla="*/ 8905142 w 12192000"/>
              <a:gd name="connsiteY37" fmla="*/ 264958 h 4939827"/>
              <a:gd name="connsiteX38" fmla="*/ 8968582 w 12192000"/>
              <a:gd name="connsiteY38" fmla="*/ 262728 h 4939827"/>
              <a:gd name="connsiteX39" fmla="*/ 8972994 w 12192000"/>
              <a:gd name="connsiteY39" fmla="*/ 263284 h 4939827"/>
              <a:gd name="connsiteX40" fmla="*/ 9004605 w 12192000"/>
              <a:gd name="connsiteY40" fmla="*/ 258041 h 4939827"/>
              <a:gd name="connsiteX41" fmla="*/ 9016165 w 12192000"/>
              <a:gd name="connsiteY41" fmla="*/ 261258 h 4939827"/>
              <a:gd name="connsiteX42" fmla="*/ 9043297 w 12192000"/>
              <a:gd name="connsiteY42" fmla="*/ 281547 h 4939827"/>
              <a:gd name="connsiteX43" fmla="*/ 9048315 w 12192000"/>
              <a:gd name="connsiteY43" fmla="*/ 279264 h 4939827"/>
              <a:gd name="connsiteX44" fmla="*/ 9054706 w 12192000"/>
              <a:gd name="connsiteY44" fmla="*/ 278538 h 4939827"/>
              <a:gd name="connsiteX45" fmla="*/ 9070919 w 12192000"/>
              <a:gd name="connsiteY45" fmla="*/ 281810 h 4939827"/>
              <a:gd name="connsiteX46" fmla="*/ 9076813 w 12192000"/>
              <a:gd name="connsiteY46" fmla="*/ 283909 h 4939827"/>
              <a:gd name="connsiteX47" fmla="*/ 9085871 w 12192000"/>
              <a:gd name="connsiteY47" fmla="*/ 285133 h 4939827"/>
              <a:gd name="connsiteX48" fmla="*/ 9086159 w 12192000"/>
              <a:gd name="connsiteY48" fmla="*/ 284887 h 4939827"/>
              <a:gd name="connsiteX49" fmla="*/ 9134606 w 12192000"/>
              <a:gd name="connsiteY49" fmla="*/ 288168 h 4939827"/>
              <a:gd name="connsiteX50" fmla="*/ 9195590 w 12192000"/>
              <a:gd name="connsiteY50" fmla="*/ 279568 h 4939827"/>
              <a:gd name="connsiteX51" fmla="*/ 9219336 w 12192000"/>
              <a:gd name="connsiteY51" fmla="*/ 278133 h 4939827"/>
              <a:gd name="connsiteX52" fmla="*/ 9232362 w 12192000"/>
              <a:gd name="connsiteY52" fmla="*/ 275894 h 4939827"/>
              <a:gd name="connsiteX53" fmla="*/ 9233396 w 12192000"/>
              <a:gd name="connsiteY53" fmla="*/ 274803 h 4939827"/>
              <a:gd name="connsiteX54" fmla="*/ 9256213 w 12192000"/>
              <a:gd name="connsiteY54" fmla="*/ 281576 h 4939827"/>
              <a:gd name="connsiteX55" fmla="*/ 9262377 w 12192000"/>
              <a:gd name="connsiteY55" fmla="*/ 286635 h 4939827"/>
              <a:gd name="connsiteX56" fmla="*/ 9287089 w 12192000"/>
              <a:gd name="connsiteY56" fmla="*/ 303891 h 4939827"/>
              <a:gd name="connsiteX57" fmla="*/ 9371484 w 12192000"/>
              <a:gd name="connsiteY57" fmla="*/ 329634 h 4939827"/>
              <a:gd name="connsiteX58" fmla="*/ 9404829 w 12192000"/>
              <a:gd name="connsiteY58" fmla="*/ 339038 h 4939827"/>
              <a:gd name="connsiteX59" fmla="*/ 9427021 w 12192000"/>
              <a:gd name="connsiteY59" fmla="*/ 358784 h 4939827"/>
              <a:gd name="connsiteX60" fmla="*/ 9670844 w 12192000"/>
              <a:gd name="connsiteY60" fmla="*/ 405128 h 4939827"/>
              <a:gd name="connsiteX61" fmla="*/ 9816083 w 12192000"/>
              <a:gd name="connsiteY61" fmla="*/ 416573 h 4939827"/>
              <a:gd name="connsiteX62" fmla="*/ 9936741 w 12192000"/>
              <a:gd name="connsiteY62" fmla="*/ 437044 h 4939827"/>
              <a:gd name="connsiteX63" fmla="*/ 10050093 w 12192000"/>
              <a:gd name="connsiteY63" fmla="*/ 443783 h 4939827"/>
              <a:gd name="connsiteX64" fmla="*/ 10130090 w 12192000"/>
              <a:gd name="connsiteY64" fmla="*/ 459520 h 4939827"/>
              <a:gd name="connsiteX65" fmla="*/ 10173456 w 12192000"/>
              <a:gd name="connsiteY65" fmla="*/ 457749 h 4939827"/>
              <a:gd name="connsiteX66" fmla="*/ 10218232 w 12192000"/>
              <a:gd name="connsiteY66" fmla="*/ 459820 h 4939827"/>
              <a:gd name="connsiteX67" fmla="*/ 10354176 w 12192000"/>
              <a:gd name="connsiteY67" fmla="*/ 471377 h 4939827"/>
              <a:gd name="connsiteX68" fmla="*/ 10430681 w 12192000"/>
              <a:gd name="connsiteY68" fmla="*/ 481226 h 4939827"/>
              <a:gd name="connsiteX69" fmla="*/ 10478169 w 12192000"/>
              <a:gd name="connsiteY69" fmla="*/ 481774 h 4939827"/>
              <a:gd name="connsiteX70" fmla="*/ 10540907 w 12192000"/>
              <a:gd name="connsiteY70" fmla="*/ 485607 h 4939827"/>
              <a:gd name="connsiteX71" fmla="*/ 10614941 w 12192000"/>
              <a:gd name="connsiteY71" fmla="*/ 487592 h 4939827"/>
              <a:gd name="connsiteX72" fmla="*/ 10674098 w 12192000"/>
              <a:gd name="connsiteY72" fmla="*/ 521656 h 4939827"/>
              <a:gd name="connsiteX73" fmla="*/ 10874834 w 12192000"/>
              <a:gd name="connsiteY73" fmla="*/ 574867 h 4939827"/>
              <a:gd name="connsiteX74" fmla="*/ 10944981 w 12192000"/>
              <a:gd name="connsiteY74" fmla="*/ 615042 h 4939827"/>
              <a:gd name="connsiteX75" fmla="*/ 11006376 w 12192000"/>
              <a:gd name="connsiteY75" fmla="*/ 645957 h 4939827"/>
              <a:gd name="connsiteX76" fmla="*/ 11076308 w 12192000"/>
              <a:gd name="connsiteY76" fmla="*/ 675698 h 4939827"/>
              <a:gd name="connsiteX77" fmla="*/ 11148789 w 12192000"/>
              <a:gd name="connsiteY77" fmla="*/ 685041 h 4939827"/>
              <a:gd name="connsiteX78" fmla="*/ 11249129 w 12192000"/>
              <a:gd name="connsiteY78" fmla="*/ 684218 h 4939827"/>
              <a:gd name="connsiteX79" fmla="*/ 11299915 w 12192000"/>
              <a:gd name="connsiteY79" fmla="*/ 692177 h 4939827"/>
              <a:gd name="connsiteX80" fmla="*/ 11386973 w 12192000"/>
              <a:gd name="connsiteY80" fmla="*/ 708209 h 4939827"/>
              <a:gd name="connsiteX81" fmla="*/ 11500105 w 12192000"/>
              <a:gd name="connsiteY81" fmla="*/ 735014 h 4939827"/>
              <a:gd name="connsiteX82" fmla="*/ 11621735 w 12192000"/>
              <a:gd name="connsiteY82" fmla="*/ 789584 h 4939827"/>
              <a:gd name="connsiteX83" fmla="*/ 11691200 w 12192000"/>
              <a:gd name="connsiteY83" fmla="*/ 867902 h 4939827"/>
              <a:gd name="connsiteX84" fmla="*/ 11819427 w 12192000"/>
              <a:gd name="connsiteY84" fmla="*/ 911634 h 4939827"/>
              <a:gd name="connsiteX85" fmla="*/ 11969720 w 12192000"/>
              <a:gd name="connsiteY85" fmla="*/ 964737 h 4939827"/>
              <a:gd name="connsiteX86" fmla="*/ 12055766 w 12192000"/>
              <a:gd name="connsiteY86" fmla="*/ 991268 h 4939827"/>
              <a:gd name="connsiteX87" fmla="*/ 12171539 w 12192000"/>
              <a:gd name="connsiteY87" fmla="*/ 995427 h 4939827"/>
              <a:gd name="connsiteX88" fmla="*/ 12187831 w 12192000"/>
              <a:gd name="connsiteY88" fmla="*/ 996580 h 4939827"/>
              <a:gd name="connsiteX89" fmla="*/ 12192000 w 12192000"/>
              <a:gd name="connsiteY89" fmla="*/ 996726 h 4939827"/>
              <a:gd name="connsiteX90" fmla="*/ 12192000 w 12192000"/>
              <a:gd name="connsiteY90" fmla="*/ 4939827 h 4939827"/>
              <a:gd name="connsiteX91" fmla="*/ 0 w 12192000"/>
              <a:gd name="connsiteY91" fmla="*/ 4939827 h 4939827"/>
              <a:gd name="connsiteX92" fmla="*/ 0 w 12192000"/>
              <a:gd name="connsiteY92" fmla="*/ 512043 h 4939827"/>
              <a:gd name="connsiteX93" fmla="*/ 7381 w 12192000"/>
              <a:gd name="connsiteY93" fmla="*/ 512580 h 4939827"/>
              <a:gd name="connsiteX94" fmla="*/ 100029 w 12192000"/>
              <a:gd name="connsiteY94" fmla="*/ 504758 h 4939827"/>
              <a:gd name="connsiteX95" fmla="*/ 155244 w 12192000"/>
              <a:gd name="connsiteY95" fmla="*/ 525130 h 4939827"/>
              <a:gd name="connsiteX96" fmla="*/ 254366 w 12192000"/>
              <a:gd name="connsiteY96" fmla="*/ 534449 h 4939827"/>
              <a:gd name="connsiteX97" fmla="*/ 447292 w 12192000"/>
              <a:gd name="connsiteY97" fmla="*/ 542725 h 4939827"/>
              <a:gd name="connsiteX98" fmla="*/ 628105 w 12192000"/>
              <a:gd name="connsiteY98" fmla="*/ 547853 h 4939827"/>
              <a:gd name="connsiteX99" fmla="*/ 783146 w 12192000"/>
              <a:gd name="connsiteY99" fmla="*/ 591799 h 4939827"/>
              <a:gd name="connsiteX100" fmla="*/ 1043676 w 12192000"/>
              <a:gd name="connsiteY100" fmla="*/ 591887 h 4939827"/>
              <a:gd name="connsiteX101" fmla="*/ 1281816 w 12192000"/>
              <a:gd name="connsiteY101" fmla="*/ 520946 h 4939827"/>
              <a:gd name="connsiteX102" fmla="*/ 1486347 w 12192000"/>
              <a:gd name="connsiteY102" fmla="*/ 487310 h 4939827"/>
              <a:gd name="connsiteX103" fmla="*/ 1568079 w 12192000"/>
              <a:gd name="connsiteY103" fmla="*/ 462531 h 4939827"/>
              <a:gd name="connsiteX104" fmla="*/ 1622516 w 12192000"/>
              <a:gd name="connsiteY104" fmla="*/ 466058 h 4939827"/>
              <a:gd name="connsiteX105" fmla="*/ 1655457 w 12192000"/>
              <a:gd name="connsiteY105" fmla="*/ 465359 h 4939827"/>
              <a:gd name="connsiteX106" fmla="*/ 1717454 w 12192000"/>
              <a:gd name="connsiteY106" fmla="*/ 417203 h 4939827"/>
              <a:gd name="connsiteX107" fmla="*/ 1913794 w 12192000"/>
              <a:gd name="connsiteY107" fmla="*/ 365255 h 4939827"/>
              <a:gd name="connsiteX108" fmla="*/ 2129762 w 12192000"/>
              <a:gd name="connsiteY108" fmla="*/ 367832 h 4939827"/>
              <a:gd name="connsiteX109" fmla="*/ 2376970 w 12192000"/>
              <a:gd name="connsiteY109" fmla="*/ 350129 h 4939827"/>
              <a:gd name="connsiteX110" fmla="*/ 2480155 w 12192000"/>
              <a:gd name="connsiteY110" fmla="*/ 359227 h 4939827"/>
              <a:gd name="connsiteX111" fmla="*/ 2586782 w 12192000"/>
              <a:gd name="connsiteY111" fmla="*/ 339352 h 4939827"/>
              <a:gd name="connsiteX112" fmla="*/ 2654496 w 12192000"/>
              <a:gd name="connsiteY112" fmla="*/ 315431 h 4939827"/>
              <a:gd name="connsiteX113" fmla="*/ 2788947 w 12192000"/>
              <a:gd name="connsiteY113" fmla="*/ 250375 h 4939827"/>
              <a:gd name="connsiteX114" fmla="*/ 2885389 w 12192000"/>
              <a:gd name="connsiteY114" fmla="*/ 255259 h 4939827"/>
              <a:gd name="connsiteX115" fmla="*/ 3030844 w 12192000"/>
              <a:gd name="connsiteY115" fmla="*/ 225861 h 4939827"/>
              <a:gd name="connsiteX116" fmla="*/ 3103677 w 12192000"/>
              <a:gd name="connsiteY116" fmla="*/ 209527 h 4939827"/>
              <a:gd name="connsiteX117" fmla="*/ 3126759 w 12192000"/>
              <a:gd name="connsiteY117" fmla="*/ 211226 h 4939827"/>
              <a:gd name="connsiteX118" fmla="*/ 3164020 w 12192000"/>
              <a:gd name="connsiteY118" fmla="*/ 212779 h 4939827"/>
              <a:gd name="connsiteX119" fmla="*/ 3285019 w 12192000"/>
              <a:gd name="connsiteY119" fmla="*/ 220535 h 4939827"/>
              <a:gd name="connsiteX120" fmla="*/ 3365154 w 12192000"/>
              <a:gd name="connsiteY120" fmla="*/ 226416 h 4939827"/>
              <a:gd name="connsiteX121" fmla="*/ 3367507 w 12192000"/>
              <a:gd name="connsiteY121" fmla="*/ 225416 h 4939827"/>
              <a:gd name="connsiteX122" fmla="*/ 3387567 w 12192000"/>
              <a:gd name="connsiteY122" fmla="*/ 227103 h 4939827"/>
              <a:gd name="connsiteX123" fmla="*/ 3498001 w 12192000"/>
              <a:gd name="connsiteY123" fmla="*/ 231941 h 4939827"/>
              <a:gd name="connsiteX124" fmla="*/ 3561557 w 12192000"/>
              <a:gd name="connsiteY124" fmla="*/ 228095 h 4939827"/>
              <a:gd name="connsiteX125" fmla="*/ 3611920 w 12192000"/>
              <a:gd name="connsiteY125" fmla="*/ 218094 h 4939827"/>
              <a:gd name="connsiteX126" fmla="*/ 3620528 w 12192000"/>
              <a:gd name="connsiteY126" fmla="*/ 218788 h 4939827"/>
              <a:gd name="connsiteX127" fmla="*/ 3620766 w 12192000"/>
              <a:gd name="connsiteY127" fmla="*/ 218511 h 4939827"/>
              <a:gd name="connsiteX128" fmla="*/ 3629977 w 12192000"/>
              <a:gd name="connsiteY128" fmla="*/ 218664 h 4939827"/>
              <a:gd name="connsiteX129" fmla="*/ 3636217 w 12192000"/>
              <a:gd name="connsiteY129" fmla="*/ 220048 h 4939827"/>
              <a:gd name="connsiteX130" fmla="*/ 3709484 w 12192000"/>
              <a:gd name="connsiteY130" fmla="*/ 186927 h 4939827"/>
              <a:gd name="connsiteX131" fmla="*/ 3761342 w 12192000"/>
              <a:gd name="connsiteY131" fmla="*/ 177474 h 4939827"/>
              <a:gd name="connsiteX132" fmla="*/ 3799748 w 12192000"/>
              <a:gd name="connsiteY132" fmla="*/ 167154 h 4939827"/>
              <a:gd name="connsiteX133" fmla="*/ 3922756 w 12192000"/>
              <a:gd name="connsiteY133" fmla="*/ 194044 h 4939827"/>
              <a:gd name="connsiteX134" fmla="*/ 4028476 w 12192000"/>
              <a:gd name="connsiteY134" fmla="*/ 223679 h 4939827"/>
              <a:gd name="connsiteX135" fmla="*/ 4191582 w 12192000"/>
              <a:gd name="connsiteY135" fmla="*/ 238952 h 4939827"/>
              <a:gd name="connsiteX136" fmla="*/ 4251024 w 12192000"/>
              <a:gd name="connsiteY136" fmla="*/ 240874 h 4939827"/>
              <a:gd name="connsiteX137" fmla="*/ 4355275 w 12192000"/>
              <a:gd name="connsiteY137" fmla="*/ 260205 h 4939827"/>
              <a:gd name="connsiteX138" fmla="*/ 4423807 w 12192000"/>
              <a:gd name="connsiteY138" fmla="*/ 270366 h 4939827"/>
              <a:gd name="connsiteX139" fmla="*/ 4558432 w 12192000"/>
              <a:gd name="connsiteY139" fmla="*/ 269194 h 4939827"/>
              <a:gd name="connsiteX140" fmla="*/ 4635061 w 12192000"/>
              <a:gd name="connsiteY140" fmla="*/ 280682 h 4939827"/>
              <a:gd name="connsiteX141" fmla="*/ 4807427 w 12192000"/>
              <a:gd name="connsiteY141" fmla="*/ 276835 h 4939827"/>
              <a:gd name="connsiteX142" fmla="*/ 5028933 w 12192000"/>
              <a:gd name="connsiteY142" fmla="*/ 183887 h 4939827"/>
              <a:gd name="connsiteX143" fmla="*/ 5093642 w 12192000"/>
              <a:gd name="connsiteY143" fmla="*/ 177214 h 4939827"/>
              <a:gd name="connsiteX144" fmla="*/ 5102642 w 12192000"/>
              <a:gd name="connsiteY144" fmla="*/ 186816 h 4939827"/>
              <a:gd name="connsiteX145" fmla="*/ 5193590 w 12192000"/>
              <a:gd name="connsiteY145" fmla="*/ 156458 h 4939827"/>
              <a:gd name="connsiteX146" fmla="*/ 5323922 w 12192000"/>
              <a:gd name="connsiteY146" fmla="*/ 146332 h 4939827"/>
              <a:gd name="connsiteX147" fmla="*/ 5421860 w 12192000"/>
              <a:gd name="connsiteY147" fmla="*/ 167298 h 4939827"/>
              <a:gd name="connsiteX148" fmla="*/ 5476948 w 12192000"/>
              <a:gd name="connsiteY148" fmla="*/ 173249 h 4939827"/>
              <a:gd name="connsiteX149" fmla="*/ 5516842 w 12192000"/>
              <a:gd name="connsiteY149" fmla="*/ 184018 h 4939827"/>
              <a:gd name="connsiteX150" fmla="*/ 5619415 w 12192000"/>
              <a:gd name="connsiteY150" fmla="*/ 176781 h 4939827"/>
              <a:gd name="connsiteX151" fmla="*/ 5789867 w 12192000"/>
              <a:gd name="connsiteY151" fmla="*/ 150304 h 4939827"/>
              <a:gd name="connsiteX152" fmla="*/ 5825953 w 12192000"/>
              <a:gd name="connsiteY152" fmla="*/ 147907 h 4939827"/>
              <a:gd name="connsiteX153" fmla="*/ 5856168 w 12192000"/>
              <a:gd name="connsiteY153" fmla="*/ 158719 h 4939827"/>
              <a:gd name="connsiteX154" fmla="*/ 5862476 w 12192000"/>
              <a:gd name="connsiteY154" fmla="*/ 172447 h 4939827"/>
              <a:gd name="connsiteX155" fmla="*/ 5882195 w 12192000"/>
              <a:gd name="connsiteY155" fmla="*/ 173195 h 4939827"/>
              <a:gd name="connsiteX156" fmla="*/ 5887271 w 12192000"/>
              <a:gd name="connsiteY156" fmla="*/ 176084 h 4939827"/>
              <a:gd name="connsiteX157" fmla="*/ 5921577 w 12192000"/>
              <a:gd name="connsiteY157" fmla="*/ 169858 h 4939827"/>
              <a:gd name="connsiteX158" fmla="*/ 5983240 w 12192000"/>
              <a:gd name="connsiteY158" fmla="*/ 152755 h 4939827"/>
              <a:gd name="connsiteX159" fmla="*/ 6152287 w 12192000"/>
              <a:gd name="connsiteY159" fmla="*/ 116736 h 4939827"/>
              <a:gd name="connsiteX160" fmla="*/ 6415830 w 12192000"/>
              <a:gd name="connsiteY160" fmla="*/ 136006 h 4939827"/>
              <a:gd name="connsiteX161" fmla="*/ 6756965 w 12192000"/>
              <a:gd name="connsiteY161" fmla="*/ 57636 h 4939827"/>
              <a:gd name="connsiteX162" fmla="*/ 6819400 w 12192000"/>
              <a:gd name="connsiteY162" fmla="*/ 30742 h 4939827"/>
              <a:gd name="connsiteX163" fmla="*/ 6986370 w 12192000"/>
              <a:gd name="connsiteY163" fmla="*/ 12659 h 4939827"/>
              <a:gd name="connsiteX164" fmla="*/ 6989536 w 12192000"/>
              <a:gd name="connsiteY164" fmla="*/ 14528 h 4939827"/>
              <a:gd name="connsiteX165" fmla="*/ 7015933 w 12192000"/>
              <a:gd name="connsiteY165" fmla="*/ 9653 h 4939827"/>
              <a:gd name="connsiteX166" fmla="*/ 7020592 w 12192000"/>
              <a:gd name="connsiteY166" fmla="*/ 1651 h 4939827"/>
              <a:gd name="connsiteX167" fmla="*/ 7025905 w 12192000"/>
              <a:gd name="connsiteY167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52584 w 12192000"/>
              <a:gd name="connsiteY17" fmla="*/ 170181 h 4939827"/>
              <a:gd name="connsiteX18" fmla="*/ 8009534 w 12192000"/>
              <a:gd name="connsiteY18" fmla="*/ 176441 h 4939827"/>
              <a:gd name="connsiteX19" fmla="*/ 8058681 w 12192000"/>
              <a:gd name="connsiteY19" fmla="*/ 219431 h 4939827"/>
              <a:gd name="connsiteX20" fmla="*/ 8126175 w 12192000"/>
              <a:gd name="connsiteY20" fmla="*/ 240005 h 4939827"/>
              <a:gd name="connsiteX21" fmla="*/ 8166439 w 12192000"/>
              <a:gd name="connsiteY21" fmla="*/ 252699 h 4939827"/>
              <a:gd name="connsiteX22" fmla="*/ 8281371 w 12192000"/>
              <a:gd name="connsiteY22" fmla="*/ 256875 h 4939827"/>
              <a:gd name="connsiteX23" fmla="*/ 8381609 w 12192000"/>
              <a:gd name="connsiteY23" fmla="*/ 240618 h 4939827"/>
              <a:gd name="connsiteX24" fmla="*/ 8406759 w 12192000"/>
              <a:gd name="connsiteY24" fmla="*/ 232517 h 4939827"/>
              <a:gd name="connsiteX25" fmla="*/ 8426506 w 12192000"/>
              <a:gd name="connsiteY25" fmla="*/ 241842 h 4939827"/>
              <a:gd name="connsiteX26" fmla="*/ 8427949 w 12192000"/>
              <a:gd name="connsiteY26" fmla="*/ 240981 h 4939827"/>
              <a:gd name="connsiteX27" fmla="*/ 8441468 w 12192000"/>
              <a:gd name="connsiteY27" fmla="*/ 241157 h 4939827"/>
              <a:gd name="connsiteX28" fmla="*/ 8565757 w 12192000"/>
              <a:gd name="connsiteY28" fmla="*/ 255317 h 4939827"/>
              <a:gd name="connsiteX29" fmla="*/ 8573171 w 12192000"/>
              <a:gd name="connsiteY29" fmla="*/ 258426 h 4939827"/>
              <a:gd name="connsiteX30" fmla="*/ 8573548 w 12192000"/>
              <a:gd name="connsiteY30" fmla="*/ 258241 h 4939827"/>
              <a:gd name="connsiteX31" fmla="*/ 8581827 w 12192000"/>
              <a:gd name="connsiteY31" fmla="*/ 261028 h 4939827"/>
              <a:gd name="connsiteX32" fmla="*/ 8586687 w 12192000"/>
              <a:gd name="connsiteY32" fmla="*/ 264089 h 4939827"/>
              <a:gd name="connsiteX33" fmla="*/ 8601067 w 12192000"/>
              <a:gd name="connsiteY33" fmla="*/ 270114 h 4939827"/>
              <a:gd name="connsiteX34" fmla="*/ 8672650 w 12192000"/>
              <a:gd name="connsiteY34" fmla="*/ 254821 h 4939827"/>
              <a:gd name="connsiteX35" fmla="*/ 8785543 w 12192000"/>
              <a:gd name="connsiteY35" fmla="*/ 263406 h 4939827"/>
              <a:gd name="connsiteX36" fmla="*/ 8830588 w 12192000"/>
              <a:gd name="connsiteY36" fmla="*/ 265483 h 4939827"/>
              <a:gd name="connsiteX37" fmla="*/ 8905142 w 12192000"/>
              <a:gd name="connsiteY37" fmla="*/ 264958 h 4939827"/>
              <a:gd name="connsiteX38" fmla="*/ 8968582 w 12192000"/>
              <a:gd name="connsiteY38" fmla="*/ 262728 h 4939827"/>
              <a:gd name="connsiteX39" fmla="*/ 8972994 w 12192000"/>
              <a:gd name="connsiteY39" fmla="*/ 263284 h 4939827"/>
              <a:gd name="connsiteX40" fmla="*/ 9004605 w 12192000"/>
              <a:gd name="connsiteY40" fmla="*/ 258041 h 4939827"/>
              <a:gd name="connsiteX41" fmla="*/ 9016165 w 12192000"/>
              <a:gd name="connsiteY41" fmla="*/ 261258 h 4939827"/>
              <a:gd name="connsiteX42" fmla="*/ 9043297 w 12192000"/>
              <a:gd name="connsiteY42" fmla="*/ 281547 h 4939827"/>
              <a:gd name="connsiteX43" fmla="*/ 9048315 w 12192000"/>
              <a:gd name="connsiteY43" fmla="*/ 279264 h 4939827"/>
              <a:gd name="connsiteX44" fmla="*/ 9054706 w 12192000"/>
              <a:gd name="connsiteY44" fmla="*/ 278538 h 4939827"/>
              <a:gd name="connsiteX45" fmla="*/ 9070919 w 12192000"/>
              <a:gd name="connsiteY45" fmla="*/ 281810 h 4939827"/>
              <a:gd name="connsiteX46" fmla="*/ 9076813 w 12192000"/>
              <a:gd name="connsiteY46" fmla="*/ 283909 h 4939827"/>
              <a:gd name="connsiteX47" fmla="*/ 9085871 w 12192000"/>
              <a:gd name="connsiteY47" fmla="*/ 285133 h 4939827"/>
              <a:gd name="connsiteX48" fmla="*/ 9086159 w 12192000"/>
              <a:gd name="connsiteY48" fmla="*/ 284887 h 4939827"/>
              <a:gd name="connsiteX49" fmla="*/ 9134606 w 12192000"/>
              <a:gd name="connsiteY49" fmla="*/ 288168 h 4939827"/>
              <a:gd name="connsiteX50" fmla="*/ 9195590 w 12192000"/>
              <a:gd name="connsiteY50" fmla="*/ 279568 h 4939827"/>
              <a:gd name="connsiteX51" fmla="*/ 9219336 w 12192000"/>
              <a:gd name="connsiteY51" fmla="*/ 278133 h 4939827"/>
              <a:gd name="connsiteX52" fmla="*/ 9232362 w 12192000"/>
              <a:gd name="connsiteY52" fmla="*/ 275894 h 4939827"/>
              <a:gd name="connsiteX53" fmla="*/ 9233396 w 12192000"/>
              <a:gd name="connsiteY53" fmla="*/ 274803 h 4939827"/>
              <a:gd name="connsiteX54" fmla="*/ 9256213 w 12192000"/>
              <a:gd name="connsiteY54" fmla="*/ 281576 h 4939827"/>
              <a:gd name="connsiteX55" fmla="*/ 9262377 w 12192000"/>
              <a:gd name="connsiteY55" fmla="*/ 286635 h 4939827"/>
              <a:gd name="connsiteX56" fmla="*/ 9287089 w 12192000"/>
              <a:gd name="connsiteY56" fmla="*/ 303891 h 4939827"/>
              <a:gd name="connsiteX57" fmla="*/ 9371484 w 12192000"/>
              <a:gd name="connsiteY57" fmla="*/ 329634 h 4939827"/>
              <a:gd name="connsiteX58" fmla="*/ 9404829 w 12192000"/>
              <a:gd name="connsiteY58" fmla="*/ 339038 h 4939827"/>
              <a:gd name="connsiteX59" fmla="*/ 9427021 w 12192000"/>
              <a:gd name="connsiteY59" fmla="*/ 358784 h 4939827"/>
              <a:gd name="connsiteX60" fmla="*/ 9670844 w 12192000"/>
              <a:gd name="connsiteY60" fmla="*/ 405128 h 4939827"/>
              <a:gd name="connsiteX61" fmla="*/ 9816083 w 12192000"/>
              <a:gd name="connsiteY61" fmla="*/ 416573 h 4939827"/>
              <a:gd name="connsiteX62" fmla="*/ 9936741 w 12192000"/>
              <a:gd name="connsiteY62" fmla="*/ 437044 h 4939827"/>
              <a:gd name="connsiteX63" fmla="*/ 10050093 w 12192000"/>
              <a:gd name="connsiteY63" fmla="*/ 443783 h 4939827"/>
              <a:gd name="connsiteX64" fmla="*/ 10130090 w 12192000"/>
              <a:gd name="connsiteY64" fmla="*/ 459520 h 4939827"/>
              <a:gd name="connsiteX65" fmla="*/ 10173456 w 12192000"/>
              <a:gd name="connsiteY65" fmla="*/ 457749 h 4939827"/>
              <a:gd name="connsiteX66" fmla="*/ 10218232 w 12192000"/>
              <a:gd name="connsiteY66" fmla="*/ 459820 h 4939827"/>
              <a:gd name="connsiteX67" fmla="*/ 10354176 w 12192000"/>
              <a:gd name="connsiteY67" fmla="*/ 471377 h 4939827"/>
              <a:gd name="connsiteX68" fmla="*/ 10430681 w 12192000"/>
              <a:gd name="connsiteY68" fmla="*/ 481226 h 4939827"/>
              <a:gd name="connsiteX69" fmla="*/ 10478169 w 12192000"/>
              <a:gd name="connsiteY69" fmla="*/ 481774 h 4939827"/>
              <a:gd name="connsiteX70" fmla="*/ 10540907 w 12192000"/>
              <a:gd name="connsiteY70" fmla="*/ 485607 h 4939827"/>
              <a:gd name="connsiteX71" fmla="*/ 10614941 w 12192000"/>
              <a:gd name="connsiteY71" fmla="*/ 487592 h 4939827"/>
              <a:gd name="connsiteX72" fmla="*/ 10674098 w 12192000"/>
              <a:gd name="connsiteY72" fmla="*/ 521656 h 4939827"/>
              <a:gd name="connsiteX73" fmla="*/ 10874834 w 12192000"/>
              <a:gd name="connsiteY73" fmla="*/ 574867 h 4939827"/>
              <a:gd name="connsiteX74" fmla="*/ 10944981 w 12192000"/>
              <a:gd name="connsiteY74" fmla="*/ 615042 h 4939827"/>
              <a:gd name="connsiteX75" fmla="*/ 11006376 w 12192000"/>
              <a:gd name="connsiteY75" fmla="*/ 645957 h 4939827"/>
              <a:gd name="connsiteX76" fmla="*/ 11076308 w 12192000"/>
              <a:gd name="connsiteY76" fmla="*/ 675698 h 4939827"/>
              <a:gd name="connsiteX77" fmla="*/ 11148789 w 12192000"/>
              <a:gd name="connsiteY77" fmla="*/ 685041 h 4939827"/>
              <a:gd name="connsiteX78" fmla="*/ 11249129 w 12192000"/>
              <a:gd name="connsiteY78" fmla="*/ 684218 h 4939827"/>
              <a:gd name="connsiteX79" fmla="*/ 11299915 w 12192000"/>
              <a:gd name="connsiteY79" fmla="*/ 692177 h 4939827"/>
              <a:gd name="connsiteX80" fmla="*/ 11386973 w 12192000"/>
              <a:gd name="connsiteY80" fmla="*/ 708209 h 4939827"/>
              <a:gd name="connsiteX81" fmla="*/ 11500105 w 12192000"/>
              <a:gd name="connsiteY81" fmla="*/ 735014 h 4939827"/>
              <a:gd name="connsiteX82" fmla="*/ 11621735 w 12192000"/>
              <a:gd name="connsiteY82" fmla="*/ 789584 h 4939827"/>
              <a:gd name="connsiteX83" fmla="*/ 11691200 w 12192000"/>
              <a:gd name="connsiteY83" fmla="*/ 867902 h 4939827"/>
              <a:gd name="connsiteX84" fmla="*/ 11819427 w 12192000"/>
              <a:gd name="connsiteY84" fmla="*/ 911634 h 4939827"/>
              <a:gd name="connsiteX85" fmla="*/ 11969720 w 12192000"/>
              <a:gd name="connsiteY85" fmla="*/ 964737 h 4939827"/>
              <a:gd name="connsiteX86" fmla="*/ 12055766 w 12192000"/>
              <a:gd name="connsiteY86" fmla="*/ 991268 h 4939827"/>
              <a:gd name="connsiteX87" fmla="*/ 12171539 w 12192000"/>
              <a:gd name="connsiteY87" fmla="*/ 995427 h 4939827"/>
              <a:gd name="connsiteX88" fmla="*/ 12187831 w 12192000"/>
              <a:gd name="connsiteY88" fmla="*/ 996580 h 4939827"/>
              <a:gd name="connsiteX89" fmla="*/ 12192000 w 12192000"/>
              <a:gd name="connsiteY89" fmla="*/ 996726 h 4939827"/>
              <a:gd name="connsiteX90" fmla="*/ 12192000 w 12192000"/>
              <a:gd name="connsiteY90" fmla="*/ 4939827 h 4939827"/>
              <a:gd name="connsiteX91" fmla="*/ 0 w 12192000"/>
              <a:gd name="connsiteY91" fmla="*/ 4939827 h 4939827"/>
              <a:gd name="connsiteX92" fmla="*/ 0 w 12192000"/>
              <a:gd name="connsiteY92" fmla="*/ 512043 h 4939827"/>
              <a:gd name="connsiteX93" fmla="*/ 7381 w 12192000"/>
              <a:gd name="connsiteY93" fmla="*/ 512580 h 4939827"/>
              <a:gd name="connsiteX94" fmla="*/ 100029 w 12192000"/>
              <a:gd name="connsiteY94" fmla="*/ 504758 h 4939827"/>
              <a:gd name="connsiteX95" fmla="*/ 155244 w 12192000"/>
              <a:gd name="connsiteY95" fmla="*/ 525130 h 4939827"/>
              <a:gd name="connsiteX96" fmla="*/ 254366 w 12192000"/>
              <a:gd name="connsiteY96" fmla="*/ 534449 h 4939827"/>
              <a:gd name="connsiteX97" fmla="*/ 447292 w 12192000"/>
              <a:gd name="connsiteY97" fmla="*/ 542725 h 4939827"/>
              <a:gd name="connsiteX98" fmla="*/ 628105 w 12192000"/>
              <a:gd name="connsiteY98" fmla="*/ 547853 h 4939827"/>
              <a:gd name="connsiteX99" fmla="*/ 783146 w 12192000"/>
              <a:gd name="connsiteY99" fmla="*/ 591799 h 4939827"/>
              <a:gd name="connsiteX100" fmla="*/ 1043676 w 12192000"/>
              <a:gd name="connsiteY100" fmla="*/ 591887 h 4939827"/>
              <a:gd name="connsiteX101" fmla="*/ 1281816 w 12192000"/>
              <a:gd name="connsiteY101" fmla="*/ 520946 h 4939827"/>
              <a:gd name="connsiteX102" fmla="*/ 1486347 w 12192000"/>
              <a:gd name="connsiteY102" fmla="*/ 487310 h 4939827"/>
              <a:gd name="connsiteX103" fmla="*/ 1568079 w 12192000"/>
              <a:gd name="connsiteY103" fmla="*/ 462531 h 4939827"/>
              <a:gd name="connsiteX104" fmla="*/ 1622516 w 12192000"/>
              <a:gd name="connsiteY104" fmla="*/ 466058 h 4939827"/>
              <a:gd name="connsiteX105" fmla="*/ 1655457 w 12192000"/>
              <a:gd name="connsiteY105" fmla="*/ 465359 h 4939827"/>
              <a:gd name="connsiteX106" fmla="*/ 1717454 w 12192000"/>
              <a:gd name="connsiteY106" fmla="*/ 417203 h 4939827"/>
              <a:gd name="connsiteX107" fmla="*/ 1913794 w 12192000"/>
              <a:gd name="connsiteY107" fmla="*/ 365255 h 4939827"/>
              <a:gd name="connsiteX108" fmla="*/ 2129762 w 12192000"/>
              <a:gd name="connsiteY108" fmla="*/ 367832 h 4939827"/>
              <a:gd name="connsiteX109" fmla="*/ 2376970 w 12192000"/>
              <a:gd name="connsiteY109" fmla="*/ 350129 h 4939827"/>
              <a:gd name="connsiteX110" fmla="*/ 2480155 w 12192000"/>
              <a:gd name="connsiteY110" fmla="*/ 359227 h 4939827"/>
              <a:gd name="connsiteX111" fmla="*/ 2586782 w 12192000"/>
              <a:gd name="connsiteY111" fmla="*/ 339352 h 4939827"/>
              <a:gd name="connsiteX112" fmla="*/ 2654496 w 12192000"/>
              <a:gd name="connsiteY112" fmla="*/ 315431 h 4939827"/>
              <a:gd name="connsiteX113" fmla="*/ 2788947 w 12192000"/>
              <a:gd name="connsiteY113" fmla="*/ 250375 h 4939827"/>
              <a:gd name="connsiteX114" fmla="*/ 3030844 w 12192000"/>
              <a:gd name="connsiteY114" fmla="*/ 225861 h 4939827"/>
              <a:gd name="connsiteX115" fmla="*/ 3103677 w 12192000"/>
              <a:gd name="connsiteY115" fmla="*/ 209527 h 4939827"/>
              <a:gd name="connsiteX116" fmla="*/ 3126759 w 12192000"/>
              <a:gd name="connsiteY116" fmla="*/ 211226 h 4939827"/>
              <a:gd name="connsiteX117" fmla="*/ 3164020 w 12192000"/>
              <a:gd name="connsiteY117" fmla="*/ 212779 h 4939827"/>
              <a:gd name="connsiteX118" fmla="*/ 3285019 w 12192000"/>
              <a:gd name="connsiteY118" fmla="*/ 220535 h 4939827"/>
              <a:gd name="connsiteX119" fmla="*/ 3365154 w 12192000"/>
              <a:gd name="connsiteY119" fmla="*/ 226416 h 4939827"/>
              <a:gd name="connsiteX120" fmla="*/ 3367507 w 12192000"/>
              <a:gd name="connsiteY120" fmla="*/ 225416 h 4939827"/>
              <a:gd name="connsiteX121" fmla="*/ 3387567 w 12192000"/>
              <a:gd name="connsiteY121" fmla="*/ 227103 h 4939827"/>
              <a:gd name="connsiteX122" fmla="*/ 3498001 w 12192000"/>
              <a:gd name="connsiteY122" fmla="*/ 231941 h 4939827"/>
              <a:gd name="connsiteX123" fmla="*/ 3561557 w 12192000"/>
              <a:gd name="connsiteY123" fmla="*/ 228095 h 4939827"/>
              <a:gd name="connsiteX124" fmla="*/ 3611920 w 12192000"/>
              <a:gd name="connsiteY124" fmla="*/ 218094 h 4939827"/>
              <a:gd name="connsiteX125" fmla="*/ 3620528 w 12192000"/>
              <a:gd name="connsiteY125" fmla="*/ 218788 h 4939827"/>
              <a:gd name="connsiteX126" fmla="*/ 3620766 w 12192000"/>
              <a:gd name="connsiteY126" fmla="*/ 218511 h 4939827"/>
              <a:gd name="connsiteX127" fmla="*/ 3629977 w 12192000"/>
              <a:gd name="connsiteY127" fmla="*/ 218664 h 4939827"/>
              <a:gd name="connsiteX128" fmla="*/ 3636217 w 12192000"/>
              <a:gd name="connsiteY128" fmla="*/ 220048 h 4939827"/>
              <a:gd name="connsiteX129" fmla="*/ 3709484 w 12192000"/>
              <a:gd name="connsiteY129" fmla="*/ 186927 h 4939827"/>
              <a:gd name="connsiteX130" fmla="*/ 3761342 w 12192000"/>
              <a:gd name="connsiteY130" fmla="*/ 177474 h 4939827"/>
              <a:gd name="connsiteX131" fmla="*/ 3799748 w 12192000"/>
              <a:gd name="connsiteY131" fmla="*/ 167154 h 4939827"/>
              <a:gd name="connsiteX132" fmla="*/ 3922756 w 12192000"/>
              <a:gd name="connsiteY132" fmla="*/ 194044 h 4939827"/>
              <a:gd name="connsiteX133" fmla="*/ 4028476 w 12192000"/>
              <a:gd name="connsiteY133" fmla="*/ 223679 h 4939827"/>
              <a:gd name="connsiteX134" fmla="*/ 4191582 w 12192000"/>
              <a:gd name="connsiteY134" fmla="*/ 238952 h 4939827"/>
              <a:gd name="connsiteX135" fmla="*/ 4251024 w 12192000"/>
              <a:gd name="connsiteY135" fmla="*/ 240874 h 4939827"/>
              <a:gd name="connsiteX136" fmla="*/ 4355275 w 12192000"/>
              <a:gd name="connsiteY136" fmla="*/ 260205 h 4939827"/>
              <a:gd name="connsiteX137" fmla="*/ 4423807 w 12192000"/>
              <a:gd name="connsiteY137" fmla="*/ 270366 h 4939827"/>
              <a:gd name="connsiteX138" fmla="*/ 4558432 w 12192000"/>
              <a:gd name="connsiteY138" fmla="*/ 269194 h 4939827"/>
              <a:gd name="connsiteX139" fmla="*/ 4635061 w 12192000"/>
              <a:gd name="connsiteY139" fmla="*/ 280682 h 4939827"/>
              <a:gd name="connsiteX140" fmla="*/ 4807427 w 12192000"/>
              <a:gd name="connsiteY140" fmla="*/ 276835 h 4939827"/>
              <a:gd name="connsiteX141" fmla="*/ 5028933 w 12192000"/>
              <a:gd name="connsiteY141" fmla="*/ 183887 h 4939827"/>
              <a:gd name="connsiteX142" fmla="*/ 5093642 w 12192000"/>
              <a:gd name="connsiteY142" fmla="*/ 177214 h 4939827"/>
              <a:gd name="connsiteX143" fmla="*/ 5102642 w 12192000"/>
              <a:gd name="connsiteY143" fmla="*/ 186816 h 4939827"/>
              <a:gd name="connsiteX144" fmla="*/ 5193590 w 12192000"/>
              <a:gd name="connsiteY144" fmla="*/ 156458 h 4939827"/>
              <a:gd name="connsiteX145" fmla="*/ 5323922 w 12192000"/>
              <a:gd name="connsiteY145" fmla="*/ 146332 h 4939827"/>
              <a:gd name="connsiteX146" fmla="*/ 5421860 w 12192000"/>
              <a:gd name="connsiteY146" fmla="*/ 167298 h 4939827"/>
              <a:gd name="connsiteX147" fmla="*/ 5476948 w 12192000"/>
              <a:gd name="connsiteY147" fmla="*/ 173249 h 4939827"/>
              <a:gd name="connsiteX148" fmla="*/ 5516842 w 12192000"/>
              <a:gd name="connsiteY148" fmla="*/ 184018 h 4939827"/>
              <a:gd name="connsiteX149" fmla="*/ 5619415 w 12192000"/>
              <a:gd name="connsiteY149" fmla="*/ 176781 h 4939827"/>
              <a:gd name="connsiteX150" fmla="*/ 5789867 w 12192000"/>
              <a:gd name="connsiteY150" fmla="*/ 150304 h 4939827"/>
              <a:gd name="connsiteX151" fmla="*/ 5825953 w 12192000"/>
              <a:gd name="connsiteY151" fmla="*/ 147907 h 4939827"/>
              <a:gd name="connsiteX152" fmla="*/ 5856168 w 12192000"/>
              <a:gd name="connsiteY152" fmla="*/ 158719 h 4939827"/>
              <a:gd name="connsiteX153" fmla="*/ 5862476 w 12192000"/>
              <a:gd name="connsiteY153" fmla="*/ 172447 h 4939827"/>
              <a:gd name="connsiteX154" fmla="*/ 5882195 w 12192000"/>
              <a:gd name="connsiteY154" fmla="*/ 173195 h 4939827"/>
              <a:gd name="connsiteX155" fmla="*/ 5887271 w 12192000"/>
              <a:gd name="connsiteY155" fmla="*/ 176084 h 4939827"/>
              <a:gd name="connsiteX156" fmla="*/ 5921577 w 12192000"/>
              <a:gd name="connsiteY156" fmla="*/ 169858 h 4939827"/>
              <a:gd name="connsiteX157" fmla="*/ 5983240 w 12192000"/>
              <a:gd name="connsiteY157" fmla="*/ 152755 h 4939827"/>
              <a:gd name="connsiteX158" fmla="*/ 6152287 w 12192000"/>
              <a:gd name="connsiteY158" fmla="*/ 116736 h 4939827"/>
              <a:gd name="connsiteX159" fmla="*/ 6415830 w 12192000"/>
              <a:gd name="connsiteY159" fmla="*/ 136006 h 4939827"/>
              <a:gd name="connsiteX160" fmla="*/ 6756965 w 12192000"/>
              <a:gd name="connsiteY160" fmla="*/ 57636 h 4939827"/>
              <a:gd name="connsiteX161" fmla="*/ 6819400 w 12192000"/>
              <a:gd name="connsiteY161" fmla="*/ 30742 h 4939827"/>
              <a:gd name="connsiteX162" fmla="*/ 6986370 w 12192000"/>
              <a:gd name="connsiteY162" fmla="*/ 12659 h 4939827"/>
              <a:gd name="connsiteX163" fmla="*/ 6989536 w 12192000"/>
              <a:gd name="connsiteY163" fmla="*/ 14528 h 4939827"/>
              <a:gd name="connsiteX164" fmla="*/ 7015933 w 12192000"/>
              <a:gd name="connsiteY164" fmla="*/ 9653 h 4939827"/>
              <a:gd name="connsiteX165" fmla="*/ 7020592 w 12192000"/>
              <a:gd name="connsiteY165" fmla="*/ 1651 h 4939827"/>
              <a:gd name="connsiteX166" fmla="*/ 7025905 w 12192000"/>
              <a:gd name="connsiteY166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52584 w 12192000"/>
              <a:gd name="connsiteY17" fmla="*/ 170181 h 4939827"/>
              <a:gd name="connsiteX18" fmla="*/ 8009534 w 12192000"/>
              <a:gd name="connsiteY18" fmla="*/ 176441 h 4939827"/>
              <a:gd name="connsiteX19" fmla="*/ 8058681 w 12192000"/>
              <a:gd name="connsiteY19" fmla="*/ 219431 h 4939827"/>
              <a:gd name="connsiteX20" fmla="*/ 8126175 w 12192000"/>
              <a:gd name="connsiteY20" fmla="*/ 240005 h 4939827"/>
              <a:gd name="connsiteX21" fmla="*/ 8166439 w 12192000"/>
              <a:gd name="connsiteY21" fmla="*/ 252699 h 4939827"/>
              <a:gd name="connsiteX22" fmla="*/ 8281371 w 12192000"/>
              <a:gd name="connsiteY22" fmla="*/ 256875 h 4939827"/>
              <a:gd name="connsiteX23" fmla="*/ 8381609 w 12192000"/>
              <a:gd name="connsiteY23" fmla="*/ 240618 h 4939827"/>
              <a:gd name="connsiteX24" fmla="*/ 8406759 w 12192000"/>
              <a:gd name="connsiteY24" fmla="*/ 232517 h 4939827"/>
              <a:gd name="connsiteX25" fmla="*/ 8426506 w 12192000"/>
              <a:gd name="connsiteY25" fmla="*/ 241842 h 4939827"/>
              <a:gd name="connsiteX26" fmla="*/ 8427949 w 12192000"/>
              <a:gd name="connsiteY26" fmla="*/ 240981 h 4939827"/>
              <a:gd name="connsiteX27" fmla="*/ 8441468 w 12192000"/>
              <a:gd name="connsiteY27" fmla="*/ 241157 h 4939827"/>
              <a:gd name="connsiteX28" fmla="*/ 8565757 w 12192000"/>
              <a:gd name="connsiteY28" fmla="*/ 255317 h 4939827"/>
              <a:gd name="connsiteX29" fmla="*/ 8573171 w 12192000"/>
              <a:gd name="connsiteY29" fmla="*/ 258426 h 4939827"/>
              <a:gd name="connsiteX30" fmla="*/ 8573548 w 12192000"/>
              <a:gd name="connsiteY30" fmla="*/ 258241 h 4939827"/>
              <a:gd name="connsiteX31" fmla="*/ 8581827 w 12192000"/>
              <a:gd name="connsiteY31" fmla="*/ 261028 h 4939827"/>
              <a:gd name="connsiteX32" fmla="*/ 8586687 w 12192000"/>
              <a:gd name="connsiteY32" fmla="*/ 264089 h 4939827"/>
              <a:gd name="connsiteX33" fmla="*/ 8601067 w 12192000"/>
              <a:gd name="connsiteY33" fmla="*/ 270114 h 4939827"/>
              <a:gd name="connsiteX34" fmla="*/ 8672650 w 12192000"/>
              <a:gd name="connsiteY34" fmla="*/ 254821 h 4939827"/>
              <a:gd name="connsiteX35" fmla="*/ 8785543 w 12192000"/>
              <a:gd name="connsiteY35" fmla="*/ 263406 h 4939827"/>
              <a:gd name="connsiteX36" fmla="*/ 8830588 w 12192000"/>
              <a:gd name="connsiteY36" fmla="*/ 265483 h 4939827"/>
              <a:gd name="connsiteX37" fmla="*/ 8905142 w 12192000"/>
              <a:gd name="connsiteY37" fmla="*/ 264958 h 4939827"/>
              <a:gd name="connsiteX38" fmla="*/ 8968582 w 12192000"/>
              <a:gd name="connsiteY38" fmla="*/ 262728 h 4939827"/>
              <a:gd name="connsiteX39" fmla="*/ 8972994 w 12192000"/>
              <a:gd name="connsiteY39" fmla="*/ 263284 h 4939827"/>
              <a:gd name="connsiteX40" fmla="*/ 9004605 w 12192000"/>
              <a:gd name="connsiteY40" fmla="*/ 258041 h 4939827"/>
              <a:gd name="connsiteX41" fmla="*/ 9016165 w 12192000"/>
              <a:gd name="connsiteY41" fmla="*/ 261258 h 4939827"/>
              <a:gd name="connsiteX42" fmla="*/ 9043297 w 12192000"/>
              <a:gd name="connsiteY42" fmla="*/ 281547 h 4939827"/>
              <a:gd name="connsiteX43" fmla="*/ 9048315 w 12192000"/>
              <a:gd name="connsiteY43" fmla="*/ 279264 h 4939827"/>
              <a:gd name="connsiteX44" fmla="*/ 9054706 w 12192000"/>
              <a:gd name="connsiteY44" fmla="*/ 278538 h 4939827"/>
              <a:gd name="connsiteX45" fmla="*/ 9070919 w 12192000"/>
              <a:gd name="connsiteY45" fmla="*/ 281810 h 4939827"/>
              <a:gd name="connsiteX46" fmla="*/ 9076813 w 12192000"/>
              <a:gd name="connsiteY46" fmla="*/ 283909 h 4939827"/>
              <a:gd name="connsiteX47" fmla="*/ 9085871 w 12192000"/>
              <a:gd name="connsiteY47" fmla="*/ 285133 h 4939827"/>
              <a:gd name="connsiteX48" fmla="*/ 9086159 w 12192000"/>
              <a:gd name="connsiteY48" fmla="*/ 284887 h 4939827"/>
              <a:gd name="connsiteX49" fmla="*/ 9134606 w 12192000"/>
              <a:gd name="connsiteY49" fmla="*/ 288168 h 4939827"/>
              <a:gd name="connsiteX50" fmla="*/ 9195590 w 12192000"/>
              <a:gd name="connsiteY50" fmla="*/ 279568 h 4939827"/>
              <a:gd name="connsiteX51" fmla="*/ 9219336 w 12192000"/>
              <a:gd name="connsiteY51" fmla="*/ 278133 h 4939827"/>
              <a:gd name="connsiteX52" fmla="*/ 9232362 w 12192000"/>
              <a:gd name="connsiteY52" fmla="*/ 275894 h 4939827"/>
              <a:gd name="connsiteX53" fmla="*/ 9233396 w 12192000"/>
              <a:gd name="connsiteY53" fmla="*/ 274803 h 4939827"/>
              <a:gd name="connsiteX54" fmla="*/ 9256213 w 12192000"/>
              <a:gd name="connsiteY54" fmla="*/ 281576 h 4939827"/>
              <a:gd name="connsiteX55" fmla="*/ 9262377 w 12192000"/>
              <a:gd name="connsiteY55" fmla="*/ 286635 h 4939827"/>
              <a:gd name="connsiteX56" fmla="*/ 9287089 w 12192000"/>
              <a:gd name="connsiteY56" fmla="*/ 303891 h 4939827"/>
              <a:gd name="connsiteX57" fmla="*/ 9371484 w 12192000"/>
              <a:gd name="connsiteY57" fmla="*/ 329634 h 4939827"/>
              <a:gd name="connsiteX58" fmla="*/ 9404829 w 12192000"/>
              <a:gd name="connsiteY58" fmla="*/ 339038 h 4939827"/>
              <a:gd name="connsiteX59" fmla="*/ 9427021 w 12192000"/>
              <a:gd name="connsiteY59" fmla="*/ 358784 h 4939827"/>
              <a:gd name="connsiteX60" fmla="*/ 9670844 w 12192000"/>
              <a:gd name="connsiteY60" fmla="*/ 405128 h 4939827"/>
              <a:gd name="connsiteX61" fmla="*/ 9816083 w 12192000"/>
              <a:gd name="connsiteY61" fmla="*/ 416573 h 4939827"/>
              <a:gd name="connsiteX62" fmla="*/ 9936741 w 12192000"/>
              <a:gd name="connsiteY62" fmla="*/ 437044 h 4939827"/>
              <a:gd name="connsiteX63" fmla="*/ 10050093 w 12192000"/>
              <a:gd name="connsiteY63" fmla="*/ 443783 h 4939827"/>
              <a:gd name="connsiteX64" fmla="*/ 10130090 w 12192000"/>
              <a:gd name="connsiteY64" fmla="*/ 459520 h 4939827"/>
              <a:gd name="connsiteX65" fmla="*/ 10173456 w 12192000"/>
              <a:gd name="connsiteY65" fmla="*/ 457749 h 4939827"/>
              <a:gd name="connsiteX66" fmla="*/ 10218232 w 12192000"/>
              <a:gd name="connsiteY66" fmla="*/ 459820 h 4939827"/>
              <a:gd name="connsiteX67" fmla="*/ 10354176 w 12192000"/>
              <a:gd name="connsiteY67" fmla="*/ 471377 h 4939827"/>
              <a:gd name="connsiteX68" fmla="*/ 10430681 w 12192000"/>
              <a:gd name="connsiteY68" fmla="*/ 481226 h 4939827"/>
              <a:gd name="connsiteX69" fmla="*/ 10478169 w 12192000"/>
              <a:gd name="connsiteY69" fmla="*/ 481774 h 4939827"/>
              <a:gd name="connsiteX70" fmla="*/ 10540907 w 12192000"/>
              <a:gd name="connsiteY70" fmla="*/ 485607 h 4939827"/>
              <a:gd name="connsiteX71" fmla="*/ 10614941 w 12192000"/>
              <a:gd name="connsiteY71" fmla="*/ 487592 h 4939827"/>
              <a:gd name="connsiteX72" fmla="*/ 10674098 w 12192000"/>
              <a:gd name="connsiteY72" fmla="*/ 521656 h 4939827"/>
              <a:gd name="connsiteX73" fmla="*/ 10874834 w 12192000"/>
              <a:gd name="connsiteY73" fmla="*/ 574867 h 4939827"/>
              <a:gd name="connsiteX74" fmla="*/ 10944981 w 12192000"/>
              <a:gd name="connsiteY74" fmla="*/ 615042 h 4939827"/>
              <a:gd name="connsiteX75" fmla="*/ 11006376 w 12192000"/>
              <a:gd name="connsiteY75" fmla="*/ 645957 h 4939827"/>
              <a:gd name="connsiteX76" fmla="*/ 11076308 w 12192000"/>
              <a:gd name="connsiteY76" fmla="*/ 675698 h 4939827"/>
              <a:gd name="connsiteX77" fmla="*/ 11148789 w 12192000"/>
              <a:gd name="connsiteY77" fmla="*/ 685041 h 4939827"/>
              <a:gd name="connsiteX78" fmla="*/ 11249129 w 12192000"/>
              <a:gd name="connsiteY78" fmla="*/ 684218 h 4939827"/>
              <a:gd name="connsiteX79" fmla="*/ 11299915 w 12192000"/>
              <a:gd name="connsiteY79" fmla="*/ 692177 h 4939827"/>
              <a:gd name="connsiteX80" fmla="*/ 11386973 w 12192000"/>
              <a:gd name="connsiteY80" fmla="*/ 708209 h 4939827"/>
              <a:gd name="connsiteX81" fmla="*/ 11500105 w 12192000"/>
              <a:gd name="connsiteY81" fmla="*/ 735014 h 4939827"/>
              <a:gd name="connsiteX82" fmla="*/ 11621735 w 12192000"/>
              <a:gd name="connsiteY82" fmla="*/ 789584 h 4939827"/>
              <a:gd name="connsiteX83" fmla="*/ 11691200 w 12192000"/>
              <a:gd name="connsiteY83" fmla="*/ 867902 h 4939827"/>
              <a:gd name="connsiteX84" fmla="*/ 11819427 w 12192000"/>
              <a:gd name="connsiteY84" fmla="*/ 911634 h 4939827"/>
              <a:gd name="connsiteX85" fmla="*/ 11969720 w 12192000"/>
              <a:gd name="connsiteY85" fmla="*/ 964737 h 4939827"/>
              <a:gd name="connsiteX86" fmla="*/ 12055766 w 12192000"/>
              <a:gd name="connsiteY86" fmla="*/ 991268 h 4939827"/>
              <a:gd name="connsiteX87" fmla="*/ 12171539 w 12192000"/>
              <a:gd name="connsiteY87" fmla="*/ 995427 h 4939827"/>
              <a:gd name="connsiteX88" fmla="*/ 12187831 w 12192000"/>
              <a:gd name="connsiteY88" fmla="*/ 996580 h 4939827"/>
              <a:gd name="connsiteX89" fmla="*/ 12192000 w 12192000"/>
              <a:gd name="connsiteY89" fmla="*/ 996726 h 4939827"/>
              <a:gd name="connsiteX90" fmla="*/ 12192000 w 12192000"/>
              <a:gd name="connsiteY90" fmla="*/ 4939827 h 4939827"/>
              <a:gd name="connsiteX91" fmla="*/ 0 w 12192000"/>
              <a:gd name="connsiteY91" fmla="*/ 4939827 h 4939827"/>
              <a:gd name="connsiteX92" fmla="*/ 0 w 12192000"/>
              <a:gd name="connsiteY92" fmla="*/ 512043 h 4939827"/>
              <a:gd name="connsiteX93" fmla="*/ 7381 w 12192000"/>
              <a:gd name="connsiteY93" fmla="*/ 512580 h 4939827"/>
              <a:gd name="connsiteX94" fmla="*/ 100029 w 12192000"/>
              <a:gd name="connsiteY94" fmla="*/ 504758 h 4939827"/>
              <a:gd name="connsiteX95" fmla="*/ 155244 w 12192000"/>
              <a:gd name="connsiteY95" fmla="*/ 525130 h 4939827"/>
              <a:gd name="connsiteX96" fmla="*/ 254366 w 12192000"/>
              <a:gd name="connsiteY96" fmla="*/ 534449 h 4939827"/>
              <a:gd name="connsiteX97" fmla="*/ 447292 w 12192000"/>
              <a:gd name="connsiteY97" fmla="*/ 542725 h 4939827"/>
              <a:gd name="connsiteX98" fmla="*/ 628105 w 12192000"/>
              <a:gd name="connsiteY98" fmla="*/ 547853 h 4939827"/>
              <a:gd name="connsiteX99" fmla="*/ 783146 w 12192000"/>
              <a:gd name="connsiteY99" fmla="*/ 591799 h 4939827"/>
              <a:gd name="connsiteX100" fmla="*/ 1043676 w 12192000"/>
              <a:gd name="connsiteY100" fmla="*/ 591887 h 4939827"/>
              <a:gd name="connsiteX101" fmla="*/ 1281816 w 12192000"/>
              <a:gd name="connsiteY101" fmla="*/ 520946 h 4939827"/>
              <a:gd name="connsiteX102" fmla="*/ 1486347 w 12192000"/>
              <a:gd name="connsiteY102" fmla="*/ 487310 h 4939827"/>
              <a:gd name="connsiteX103" fmla="*/ 1568079 w 12192000"/>
              <a:gd name="connsiteY103" fmla="*/ 462531 h 4939827"/>
              <a:gd name="connsiteX104" fmla="*/ 1622516 w 12192000"/>
              <a:gd name="connsiteY104" fmla="*/ 466058 h 4939827"/>
              <a:gd name="connsiteX105" fmla="*/ 1655457 w 12192000"/>
              <a:gd name="connsiteY105" fmla="*/ 465359 h 4939827"/>
              <a:gd name="connsiteX106" fmla="*/ 1717454 w 12192000"/>
              <a:gd name="connsiteY106" fmla="*/ 417203 h 4939827"/>
              <a:gd name="connsiteX107" fmla="*/ 1913794 w 12192000"/>
              <a:gd name="connsiteY107" fmla="*/ 365255 h 4939827"/>
              <a:gd name="connsiteX108" fmla="*/ 2129762 w 12192000"/>
              <a:gd name="connsiteY108" fmla="*/ 367832 h 4939827"/>
              <a:gd name="connsiteX109" fmla="*/ 2376970 w 12192000"/>
              <a:gd name="connsiteY109" fmla="*/ 350129 h 4939827"/>
              <a:gd name="connsiteX110" fmla="*/ 2480155 w 12192000"/>
              <a:gd name="connsiteY110" fmla="*/ 359227 h 4939827"/>
              <a:gd name="connsiteX111" fmla="*/ 2586782 w 12192000"/>
              <a:gd name="connsiteY111" fmla="*/ 339352 h 4939827"/>
              <a:gd name="connsiteX112" fmla="*/ 2654496 w 12192000"/>
              <a:gd name="connsiteY112" fmla="*/ 315431 h 4939827"/>
              <a:gd name="connsiteX113" fmla="*/ 2788947 w 12192000"/>
              <a:gd name="connsiteY113" fmla="*/ 250375 h 4939827"/>
              <a:gd name="connsiteX114" fmla="*/ 2965530 w 12192000"/>
              <a:gd name="connsiteY114" fmla="*/ 245958 h 4939827"/>
              <a:gd name="connsiteX115" fmla="*/ 3103677 w 12192000"/>
              <a:gd name="connsiteY115" fmla="*/ 209527 h 4939827"/>
              <a:gd name="connsiteX116" fmla="*/ 3126759 w 12192000"/>
              <a:gd name="connsiteY116" fmla="*/ 211226 h 4939827"/>
              <a:gd name="connsiteX117" fmla="*/ 3164020 w 12192000"/>
              <a:gd name="connsiteY117" fmla="*/ 212779 h 4939827"/>
              <a:gd name="connsiteX118" fmla="*/ 3285019 w 12192000"/>
              <a:gd name="connsiteY118" fmla="*/ 220535 h 4939827"/>
              <a:gd name="connsiteX119" fmla="*/ 3365154 w 12192000"/>
              <a:gd name="connsiteY119" fmla="*/ 226416 h 4939827"/>
              <a:gd name="connsiteX120" fmla="*/ 3367507 w 12192000"/>
              <a:gd name="connsiteY120" fmla="*/ 225416 h 4939827"/>
              <a:gd name="connsiteX121" fmla="*/ 3387567 w 12192000"/>
              <a:gd name="connsiteY121" fmla="*/ 227103 h 4939827"/>
              <a:gd name="connsiteX122" fmla="*/ 3498001 w 12192000"/>
              <a:gd name="connsiteY122" fmla="*/ 231941 h 4939827"/>
              <a:gd name="connsiteX123" fmla="*/ 3561557 w 12192000"/>
              <a:gd name="connsiteY123" fmla="*/ 228095 h 4939827"/>
              <a:gd name="connsiteX124" fmla="*/ 3611920 w 12192000"/>
              <a:gd name="connsiteY124" fmla="*/ 218094 h 4939827"/>
              <a:gd name="connsiteX125" fmla="*/ 3620528 w 12192000"/>
              <a:gd name="connsiteY125" fmla="*/ 218788 h 4939827"/>
              <a:gd name="connsiteX126" fmla="*/ 3620766 w 12192000"/>
              <a:gd name="connsiteY126" fmla="*/ 218511 h 4939827"/>
              <a:gd name="connsiteX127" fmla="*/ 3629977 w 12192000"/>
              <a:gd name="connsiteY127" fmla="*/ 218664 h 4939827"/>
              <a:gd name="connsiteX128" fmla="*/ 3636217 w 12192000"/>
              <a:gd name="connsiteY128" fmla="*/ 220048 h 4939827"/>
              <a:gd name="connsiteX129" fmla="*/ 3709484 w 12192000"/>
              <a:gd name="connsiteY129" fmla="*/ 186927 h 4939827"/>
              <a:gd name="connsiteX130" fmla="*/ 3761342 w 12192000"/>
              <a:gd name="connsiteY130" fmla="*/ 177474 h 4939827"/>
              <a:gd name="connsiteX131" fmla="*/ 3799748 w 12192000"/>
              <a:gd name="connsiteY131" fmla="*/ 167154 h 4939827"/>
              <a:gd name="connsiteX132" fmla="*/ 3922756 w 12192000"/>
              <a:gd name="connsiteY132" fmla="*/ 194044 h 4939827"/>
              <a:gd name="connsiteX133" fmla="*/ 4028476 w 12192000"/>
              <a:gd name="connsiteY133" fmla="*/ 223679 h 4939827"/>
              <a:gd name="connsiteX134" fmla="*/ 4191582 w 12192000"/>
              <a:gd name="connsiteY134" fmla="*/ 238952 h 4939827"/>
              <a:gd name="connsiteX135" fmla="*/ 4251024 w 12192000"/>
              <a:gd name="connsiteY135" fmla="*/ 240874 h 4939827"/>
              <a:gd name="connsiteX136" fmla="*/ 4355275 w 12192000"/>
              <a:gd name="connsiteY136" fmla="*/ 260205 h 4939827"/>
              <a:gd name="connsiteX137" fmla="*/ 4423807 w 12192000"/>
              <a:gd name="connsiteY137" fmla="*/ 270366 h 4939827"/>
              <a:gd name="connsiteX138" fmla="*/ 4558432 w 12192000"/>
              <a:gd name="connsiteY138" fmla="*/ 269194 h 4939827"/>
              <a:gd name="connsiteX139" fmla="*/ 4635061 w 12192000"/>
              <a:gd name="connsiteY139" fmla="*/ 280682 h 4939827"/>
              <a:gd name="connsiteX140" fmla="*/ 4807427 w 12192000"/>
              <a:gd name="connsiteY140" fmla="*/ 276835 h 4939827"/>
              <a:gd name="connsiteX141" fmla="*/ 5028933 w 12192000"/>
              <a:gd name="connsiteY141" fmla="*/ 183887 h 4939827"/>
              <a:gd name="connsiteX142" fmla="*/ 5093642 w 12192000"/>
              <a:gd name="connsiteY142" fmla="*/ 177214 h 4939827"/>
              <a:gd name="connsiteX143" fmla="*/ 5102642 w 12192000"/>
              <a:gd name="connsiteY143" fmla="*/ 186816 h 4939827"/>
              <a:gd name="connsiteX144" fmla="*/ 5193590 w 12192000"/>
              <a:gd name="connsiteY144" fmla="*/ 156458 h 4939827"/>
              <a:gd name="connsiteX145" fmla="*/ 5323922 w 12192000"/>
              <a:gd name="connsiteY145" fmla="*/ 146332 h 4939827"/>
              <a:gd name="connsiteX146" fmla="*/ 5421860 w 12192000"/>
              <a:gd name="connsiteY146" fmla="*/ 167298 h 4939827"/>
              <a:gd name="connsiteX147" fmla="*/ 5476948 w 12192000"/>
              <a:gd name="connsiteY147" fmla="*/ 173249 h 4939827"/>
              <a:gd name="connsiteX148" fmla="*/ 5516842 w 12192000"/>
              <a:gd name="connsiteY148" fmla="*/ 184018 h 4939827"/>
              <a:gd name="connsiteX149" fmla="*/ 5619415 w 12192000"/>
              <a:gd name="connsiteY149" fmla="*/ 176781 h 4939827"/>
              <a:gd name="connsiteX150" fmla="*/ 5789867 w 12192000"/>
              <a:gd name="connsiteY150" fmla="*/ 150304 h 4939827"/>
              <a:gd name="connsiteX151" fmla="*/ 5825953 w 12192000"/>
              <a:gd name="connsiteY151" fmla="*/ 147907 h 4939827"/>
              <a:gd name="connsiteX152" fmla="*/ 5856168 w 12192000"/>
              <a:gd name="connsiteY152" fmla="*/ 158719 h 4939827"/>
              <a:gd name="connsiteX153" fmla="*/ 5862476 w 12192000"/>
              <a:gd name="connsiteY153" fmla="*/ 172447 h 4939827"/>
              <a:gd name="connsiteX154" fmla="*/ 5882195 w 12192000"/>
              <a:gd name="connsiteY154" fmla="*/ 173195 h 4939827"/>
              <a:gd name="connsiteX155" fmla="*/ 5887271 w 12192000"/>
              <a:gd name="connsiteY155" fmla="*/ 176084 h 4939827"/>
              <a:gd name="connsiteX156" fmla="*/ 5921577 w 12192000"/>
              <a:gd name="connsiteY156" fmla="*/ 169858 h 4939827"/>
              <a:gd name="connsiteX157" fmla="*/ 5983240 w 12192000"/>
              <a:gd name="connsiteY157" fmla="*/ 152755 h 4939827"/>
              <a:gd name="connsiteX158" fmla="*/ 6152287 w 12192000"/>
              <a:gd name="connsiteY158" fmla="*/ 116736 h 4939827"/>
              <a:gd name="connsiteX159" fmla="*/ 6415830 w 12192000"/>
              <a:gd name="connsiteY159" fmla="*/ 136006 h 4939827"/>
              <a:gd name="connsiteX160" fmla="*/ 6756965 w 12192000"/>
              <a:gd name="connsiteY160" fmla="*/ 57636 h 4939827"/>
              <a:gd name="connsiteX161" fmla="*/ 6819400 w 12192000"/>
              <a:gd name="connsiteY161" fmla="*/ 30742 h 4939827"/>
              <a:gd name="connsiteX162" fmla="*/ 6986370 w 12192000"/>
              <a:gd name="connsiteY162" fmla="*/ 12659 h 4939827"/>
              <a:gd name="connsiteX163" fmla="*/ 6989536 w 12192000"/>
              <a:gd name="connsiteY163" fmla="*/ 14528 h 4939827"/>
              <a:gd name="connsiteX164" fmla="*/ 7015933 w 12192000"/>
              <a:gd name="connsiteY164" fmla="*/ 9653 h 4939827"/>
              <a:gd name="connsiteX165" fmla="*/ 7020592 w 12192000"/>
              <a:gd name="connsiteY165" fmla="*/ 1651 h 4939827"/>
              <a:gd name="connsiteX166" fmla="*/ 7025905 w 12192000"/>
              <a:gd name="connsiteY166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52584 w 12192000"/>
              <a:gd name="connsiteY17" fmla="*/ 170181 h 4939827"/>
              <a:gd name="connsiteX18" fmla="*/ 8009534 w 12192000"/>
              <a:gd name="connsiteY18" fmla="*/ 176441 h 4939827"/>
              <a:gd name="connsiteX19" fmla="*/ 8058681 w 12192000"/>
              <a:gd name="connsiteY19" fmla="*/ 219431 h 4939827"/>
              <a:gd name="connsiteX20" fmla="*/ 8126175 w 12192000"/>
              <a:gd name="connsiteY20" fmla="*/ 240005 h 4939827"/>
              <a:gd name="connsiteX21" fmla="*/ 8166439 w 12192000"/>
              <a:gd name="connsiteY21" fmla="*/ 252699 h 4939827"/>
              <a:gd name="connsiteX22" fmla="*/ 8281371 w 12192000"/>
              <a:gd name="connsiteY22" fmla="*/ 256875 h 4939827"/>
              <a:gd name="connsiteX23" fmla="*/ 8381609 w 12192000"/>
              <a:gd name="connsiteY23" fmla="*/ 240618 h 4939827"/>
              <a:gd name="connsiteX24" fmla="*/ 8406759 w 12192000"/>
              <a:gd name="connsiteY24" fmla="*/ 232517 h 4939827"/>
              <a:gd name="connsiteX25" fmla="*/ 8426506 w 12192000"/>
              <a:gd name="connsiteY25" fmla="*/ 241842 h 4939827"/>
              <a:gd name="connsiteX26" fmla="*/ 8427949 w 12192000"/>
              <a:gd name="connsiteY26" fmla="*/ 240981 h 4939827"/>
              <a:gd name="connsiteX27" fmla="*/ 8441468 w 12192000"/>
              <a:gd name="connsiteY27" fmla="*/ 241157 h 4939827"/>
              <a:gd name="connsiteX28" fmla="*/ 8565757 w 12192000"/>
              <a:gd name="connsiteY28" fmla="*/ 255317 h 4939827"/>
              <a:gd name="connsiteX29" fmla="*/ 8573171 w 12192000"/>
              <a:gd name="connsiteY29" fmla="*/ 258426 h 4939827"/>
              <a:gd name="connsiteX30" fmla="*/ 8573548 w 12192000"/>
              <a:gd name="connsiteY30" fmla="*/ 258241 h 4939827"/>
              <a:gd name="connsiteX31" fmla="*/ 8581827 w 12192000"/>
              <a:gd name="connsiteY31" fmla="*/ 261028 h 4939827"/>
              <a:gd name="connsiteX32" fmla="*/ 8586687 w 12192000"/>
              <a:gd name="connsiteY32" fmla="*/ 264089 h 4939827"/>
              <a:gd name="connsiteX33" fmla="*/ 8601067 w 12192000"/>
              <a:gd name="connsiteY33" fmla="*/ 270114 h 4939827"/>
              <a:gd name="connsiteX34" fmla="*/ 8672650 w 12192000"/>
              <a:gd name="connsiteY34" fmla="*/ 254821 h 4939827"/>
              <a:gd name="connsiteX35" fmla="*/ 8785543 w 12192000"/>
              <a:gd name="connsiteY35" fmla="*/ 263406 h 4939827"/>
              <a:gd name="connsiteX36" fmla="*/ 8830588 w 12192000"/>
              <a:gd name="connsiteY36" fmla="*/ 265483 h 4939827"/>
              <a:gd name="connsiteX37" fmla="*/ 8905142 w 12192000"/>
              <a:gd name="connsiteY37" fmla="*/ 264958 h 4939827"/>
              <a:gd name="connsiteX38" fmla="*/ 8968582 w 12192000"/>
              <a:gd name="connsiteY38" fmla="*/ 262728 h 4939827"/>
              <a:gd name="connsiteX39" fmla="*/ 8972994 w 12192000"/>
              <a:gd name="connsiteY39" fmla="*/ 263284 h 4939827"/>
              <a:gd name="connsiteX40" fmla="*/ 9004605 w 12192000"/>
              <a:gd name="connsiteY40" fmla="*/ 258041 h 4939827"/>
              <a:gd name="connsiteX41" fmla="*/ 9016165 w 12192000"/>
              <a:gd name="connsiteY41" fmla="*/ 261258 h 4939827"/>
              <a:gd name="connsiteX42" fmla="*/ 9043297 w 12192000"/>
              <a:gd name="connsiteY42" fmla="*/ 281547 h 4939827"/>
              <a:gd name="connsiteX43" fmla="*/ 9048315 w 12192000"/>
              <a:gd name="connsiteY43" fmla="*/ 279264 h 4939827"/>
              <a:gd name="connsiteX44" fmla="*/ 9054706 w 12192000"/>
              <a:gd name="connsiteY44" fmla="*/ 278538 h 4939827"/>
              <a:gd name="connsiteX45" fmla="*/ 9070919 w 12192000"/>
              <a:gd name="connsiteY45" fmla="*/ 281810 h 4939827"/>
              <a:gd name="connsiteX46" fmla="*/ 9076813 w 12192000"/>
              <a:gd name="connsiteY46" fmla="*/ 283909 h 4939827"/>
              <a:gd name="connsiteX47" fmla="*/ 9085871 w 12192000"/>
              <a:gd name="connsiteY47" fmla="*/ 285133 h 4939827"/>
              <a:gd name="connsiteX48" fmla="*/ 9086159 w 12192000"/>
              <a:gd name="connsiteY48" fmla="*/ 284887 h 4939827"/>
              <a:gd name="connsiteX49" fmla="*/ 9134606 w 12192000"/>
              <a:gd name="connsiteY49" fmla="*/ 288168 h 4939827"/>
              <a:gd name="connsiteX50" fmla="*/ 9195590 w 12192000"/>
              <a:gd name="connsiteY50" fmla="*/ 279568 h 4939827"/>
              <a:gd name="connsiteX51" fmla="*/ 9219336 w 12192000"/>
              <a:gd name="connsiteY51" fmla="*/ 278133 h 4939827"/>
              <a:gd name="connsiteX52" fmla="*/ 9232362 w 12192000"/>
              <a:gd name="connsiteY52" fmla="*/ 275894 h 4939827"/>
              <a:gd name="connsiteX53" fmla="*/ 9233396 w 12192000"/>
              <a:gd name="connsiteY53" fmla="*/ 274803 h 4939827"/>
              <a:gd name="connsiteX54" fmla="*/ 9256213 w 12192000"/>
              <a:gd name="connsiteY54" fmla="*/ 281576 h 4939827"/>
              <a:gd name="connsiteX55" fmla="*/ 9262377 w 12192000"/>
              <a:gd name="connsiteY55" fmla="*/ 286635 h 4939827"/>
              <a:gd name="connsiteX56" fmla="*/ 9287089 w 12192000"/>
              <a:gd name="connsiteY56" fmla="*/ 303891 h 4939827"/>
              <a:gd name="connsiteX57" fmla="*/ 9371484 w 12192000"/>
              <a:gd name="connsiteY57" fmla="*/ 329634 h 4939827"/>
              <a:gd name="connsiteX58" fmla="*/ 9404829 w 12192000"/>
              <a:gd name="connsiteY58" fmla="*/ 339038 h 4939827"/>
              <a:gd name="connsiteX59" fmla="*/ 9427021 w 12192000"/>
              <a:gd name="connsiteY59" fmla="*/ 358784 h 4939827"/>
              <a:gd name="connsiteX60" fmla="*/ 9670844 w 12192000"/>
              <a:gd name="connsiteY60" fmla="*/ 405128 h 4939827"/>
              <a:gd name="connsiteX61" fmla="*/ 9816083 w 12192000"/>
              <a:gd name="connsiteY61" fmla="*/ 416573 h 4939827"/>
              <a:gd name="connsiteX62" fmla="*/ 9936741 w 12192000"/>
              <a:gd name="connsiteY62" fmla="*/ 437044 h 4939827"/>
              <a:gd name="connsiteX63" fmla="*/ 10050093 w 12192000"/>
              <a:gd name="connsiteY63" fmla="*/ 443783 h 4939827"/>
              <a:gd name="connsiteX64" fmla="*/ 10130090 w 12192000"/>
              <a:gd name="connsiteY64" fmla="*/ 459520 h 4939827"/>
              <a:gd name="connsiteX65" fmla="*/ 10173456 w 12192000"/>
              <a:gd name="connsiteY65" fmla="*/ 457749 h 4939827"/>
              <a:gd name="connsiteX66" fmla="*/ 10218232 w 12192000"/>
              <a:gd name="connsiteY66" fmla="*/ 459820 h 4939827"/>
              <a:gd name="connsiteX67" fmla="*/ 10354176 w 12192000"/>
              <a:gd name="connsiteY67" fmla="*/ 471377 h 4939827"/>
              <a:gd name="connsiteX68" fmla="*/ 10430681 w 12192000"/>
              <a:gd name="connsiteY68" fmla="*/ 481226 h 4939827"/>
              <a:gd name="connsiteX69" fmla="*/ 10478169 w 12192000"/>
              <a:gd name="connsiteY69" fmla="*/ 481774 h 4939827"/>
              <a:gd name="connsiteX70" fmla="*/ 10540907 w 12192000"/>
              <a:gd name="connsiteY70" fmla="*/ 485607 h 4939827"/>
              <a:gd name="connsiteX71" fmla="*/ 10614941 w 12192000"/>
              <a:gd name="connsiteY71" fmla="*/ 487592 h 4939827"/>
              <a:gd name="connsiteX72" fmla="*/ 10674098 w 12192000"/>
              <a:gd name="connsiteY72" fmla="*/ 521656 h 4939827"/>
              <a:gd name="connsiteX73" fmla="*/ 10874834 w 12192000"/>
              <a:gd name="connsiteY73" fmla="*/ 574867 h 4939827"/>
              <a:gd name="connsiteX74" fmla="*/ 10944981 w 12192000"/>
              <a:gd name="connsiteY74" fmla="*/ 615042 h 4939827"/>
              <a:gd name="connsiteX75" fmla="*/ 11006376 w 12192000"/>
              <a:gd name="connsiteY75" fmla="*/ 645957 h 4939827"/>
              <a:gd name="connsiteX76" fmla="*/ 11076308 w 12192000"/>
              <a:gd name="connsiteY76" fmla="*/ 675698 h 4939827"/>
              <a:gd name="connsiteX77" fmla="*/ 11148789 w 12192000"/>
              <a:gd name="connsiteY77" fmla="*/ 685041 h 4939827"/>
              <a:gd name="connsiteX78" fmla="*/ 11249129 w 12192000"/>
              <a:gd name="connsiteY78" fmla="*/ 684218 h 4939827"/>
              <a:gd name="connsiteX79" fmla="*/ 11299915 w 12192000"/>
              <a:gd name="connsiteY79" fmla="*/ 692177 h 4939827"/>
              <a:gd name="connsiteX80" fmla="*/ 11386973 w 12192000"/>
              <a:gd name="connsiteY80" fmla="*/ 708209 h 4939827"/>
              <a:gd name="connsiteX81" fmla="*/ 11500105 w 12192000"/>
              <a:gd name="connsiteY81" fmla="*/ 735014 h 4939827"/>
              <a:gd name="connsiteX82" fmla="*/ 11621735 w 12192000"/>
              <a:gd name="connsiteY82" fmla="*/ 789584 h 4939827"/>
              <a:gd name="connsiteX83" fmla="*/ 11691200 w 12192000"/>
              <a:gd name="connsiteY83" fmla="*/ 867902 h 4939827"/>
              <a:gd name="connsiteX84" fmla="*/ 11819427 w 12192000"/>
              <a:gd name="connsiteY84" fmla="*/ 911634 h 4939827"/>
              <a:gd name="connsiteX85" fmla="*/ 11969720 w 12192000"/>
              <a:gd name="connsiteY85" fmla="*/ 964737 h 4939827"/>
              <a:gd name="connsiteX86" fmla="*/ 12055766 w 12192000"/>
              <a:gd name="connsiteY86" fmla="*/ 991268 h 4939827"/>
              <a:gd name="connsiteX87" fmla="*/ 12171539 w 12192000"/>
              <a:gd name="connsiteY87" fmla="*/ 995427 h 4939827"/>
              <a:gd name="connsiteX88" fmla="*/ 12187831 w 12192000"/>
              <a:gd name="connsiteY88" fmla="*/ 996580 h 4939827"/>
              <a:gd name="connsiteX89" fmla="*/ 12192000 w 12192000"/>
              <a:gd name="connsiteY89" fmla="*/ 996726 h 4939827"/>
              <a:gd name="connsiteX90" fmla="*/ 12192000 w 12192000"/>
              <a:gd name="connsiteY90" fmla="*/ 4939827 h 4939827"/>
              <a:gd name="connsiteX91" fmla="*/ 0 w 12192000"/>
              <a:gd name="connsiteY91" fmla="*/ 4939827 h 4939827"/>
              <a:gd name="connsiteX92" fmla="*/ 0 w 12192000"/>
              <a:gd name="connsiteY92" fmla="*/ 512043 h 4939827"/>
              <a:gd name="connsiteX93" fmla="*/ 7381 w 12192000"/>
              <a:gd name="connsiteY93" fmla="*/ 512580 h 4939827"/>
              <a:gd name="connsiteX94" fmla="*/ 100029 w 12192000"/>
              <a:gd name="connsiteY94" fmla="*/ 504758 h 4939827"/>
              <a:gd name="connsiteX95" fmla="*/ 155244 w 12192000"/>
              <a:gd name="connsiteY95" fmla="*/ 525130 h 4939827"/>
              <a:gd name="connsiteX96" fmla="*/ 254366 w 12192000"/>
              <a:gd name="connsiteY96" fmla="*/ 534449 h 4939827"/>
              <a:gd name="connsiteX97" fmla="*/ 447292 w 12192000"/>
              <a:gd name="connsiteY97" fmla="*/ 542725 h 4939827"/>
              <a:gd name="connsiteX98" fmla="*/ 628105 w 12192000"/>
              <a:gd name="connsiteY98" fmla="*/ 547853 h 4939827"/>
              <a:gd name="connsiteX99" fmla="*/ 783146 w 12192000"/>
              <a:gd name="connsiteY99" fmla="*/ 591799 h 4939827"/>
              <a:gd name="connsiteX100" fmla="*/ 1043676 w 12192000"/>
              <a:gd name="connsiteY100" fmla="*/ 591887 h 4939827"/>
              <a:gd name="connsiteX101" fmla="*/ 1281816 w 12192000"/>
              <a:gd name="connsiteY101" fmla="*/ 520946 h 4939827"/>
              <a:gd name="connsiteX102" fmla="*/ 1486347 w 12192000"/>
              <a:gd name="connsiteY102" fmla="*/ 487310 h 4939827"/>
              <a:gd name="connsiteX103" fmla="*/ 1568079 w 12192000"/>
              <a:gd name="connsiteY103" fmla="*/ 462531 h 4939827"/>
              <a:gd name="connsiteX104" fmla="*/ 1622516 w 12192000"/>
              <a:gd name="connsiteY104" fmla="*/ 466058 h 4939827"/>
              <a:gd name="connsiteX105" fmla="*/ 1655457 w 12192000"/>
              <a:gd name="connsiteY105" fmla="*/ 465359 h 4939827"/>
              <a:gd name="connsiteX106" fmla="*/ 1717454 w 12192000"/>
              <a:gd name="connsiteY106" fmla="*/ 417203 h 4939827"/>
              <a:gd name="connsiteX107" fmla="*/ 1913794 w 12192000"/>
              <a:gd name="connsiteY107" fmla="*/ 365255 h 4939827"/>
              <a:gd name="connsiteX108" fmla="*/ 2129762 w 12192000"/>
              <a:gd name="connsiteY108" fmla="*/ 367832 h 4939827"/>
              <a:gd name="connsiteX109" fmla="*/ 2376970 w 12192000"/>
              <a:gd name="connsiteY109" fmla="*/ 350129 h 4939827"/>
              <a:gd name="connsiteX110" fmla="*/ 2480155 w 12192000"/>
              <a:gd name="connsiteY110" fmla="*/ 359227 h 4939827"/>
              <a:gd name="connsiteX111" fmla="*/ 2586782 w 12192000"/>
              <a:gd name="connsiteY111" fmla="*/ 339352 h 4939827"/>
              <a:gd name="connsiteX112" fmla="*/ 2654496 w 12192000"/>
              <a:gd name="connsiteY112" fmla="*/ 315431 h 4939827"/>
              <a:gd name="connsiteX113" fmla="*/ 2788947 w 12192000"/>
              <a:gd name="connsiteY113" fmla="*/ 250375 h 4939827"/>
              <a:gd name="connsiteX114" fmla="*/ 2965530 w 12192000"/>
              <a:gd name="connsiteY114" fmla="*/ 245958 h 4939827"/>
              <a:gd name="connsiteX115" fmla="*/ 3103677 w 12192000"/>
              <a:gd name="connsiteY115" fmla="*/ 209527 h 4939827"/>
              <a:gd name="connsiteX116" fmla="*/ 3126759 w 12192000"/>
              <a:gd name="connsiteY116" fmla="*/ 211226 h 4939827"/>
              <a:gd name="connsiteX117" fmla="*/ 3164020 w 12192000"/>
              <a:gd name="connsiteY117" fmla="*/ 212779 h 4939827"/>
              <a:gd name="connsiteX118" fmla="*/ 3285019 w 12192000"/>
              <a:gd name="connsiteY118" fmla="*/ 220535 h 4939827"/>
              <a:gd name="connsiteX119" fmla="*/ 3365154 w 12192000"/>
              <a:gd name="connsiteY119" fmla="*/ 226416 h 4939827"/>
              <a:gd name="connsiteX120" fmla="*/ 3367507 w 12192000"/>
              <a:gd name="connsiteY120" fmla="*/ 225416 h 4939827"/>
              <a:gd name="connsiteX121" fmla="*/ 3387567 w 12192000"/>
              <a:gd name="connsiteY121" fmla="*/ 227103 h 4939827"/>
              <a:gd name="connsiteX122" fmla="*/ 3498001 w 12192000"/>
              <a:gd name="connsiteY122" fmla="*/ 231941 h 4939827"/>
              <a:gd name="connsiteX123" fmla="*/ 3561557 w 12192000"/>
              <a:gd name="connsiteY123" fmla="*/ 228095 h 4939827"/>
              <a:gd name="connsiteX124" fmla="*/ 3611920 w 12192000"/>
              <a:gd name="connsiteY124" fmla="*/ 218094 h 4939827"/>
              <a:gd name="connsiteX125" fmla="*/ 3620528 w 12192000"/>
              <a:gd name="connsiteY125" fmla="*/ 218788 h 4939827"/>
              <a:gd name="connsiteX126" fmla="*/ 3620766 w 12192000"/>
              <a:gd name="connsiteY126" fmla="*/ 218511 h 4939827"/>
              <a:gd name="connsiteX127" fmla="*/ 3629977 w 12192000"/>
              <a:gd name="connsiteY127" fmla="*/ 218664 h 4939827"/>
              <a:gd name="connsiteX128" fmla="*/ 3636217 w 12192000"/>
              <a:gd name="connsiteY128" fmla="*/ 220048 h 4939827"/>
              <a:gd name="connsiteX129" fmla="*/ 3709484 w 12192000"/>
              <a:gd name="connsiteY129" fmla="*/ 186927 h 4939827"/>
              <a:gd name="connsiteX130" fmla="*/ 3761342 w 12192000"/>
              <a:gd name="connsiteY130" fmla="*/ 177474 h 4939827"/>
              <a:gd name="connsiteX131" fmla="*/ 3799748 w 12192000"/>
              <a:gd name="connsiteY131" fmla="*/ 167154 h 4939827"/>
              <a:gd name="connsiteX132" fmla="*/ 3922756 w 12192000"/>
              <a:gd name="connsiteY132" fmla="*/ 194044 h 4939827"/>
              <a:gd name="connsiteX133" fmla="*/ 4028476 w 12192000"/>
              <a:gd name="connsiteY133" fmla="*/ 223679 h 4939827"/>
              <a:gd name="connsiteX134" fmla="*/ 4191582 w 12192000"/>
              <a:gd name="connsiteY134" fmla="*/ 238952 h 4939827"/>
              <a:gd name="connsiteX135" fmla="*/ 4251024 w 12192000"/>
              <a:gd name="connsiteY135" fmla="*/ 240874 h 4939827"/>
              <a:gd name="connsiteX136" fmla="*/ 4355275 w 12192000"/>
              <a:gd name="connsiteY136" fmla="*/ 260205 h 4939827"/>
              <a:gd name="connsiteX137" fmla="*/ 4423807 w 12192000"/>
              <a:gd name="connsiteY137" fmla="*/ 270366 h 4939827"/>
              <a:gd name="connsiteX138" fmla="*/ 4558432 w 12192000"/>
              <a:gd name="connsiteY138" fmla="*/ 269194 h 4939827"/>
              <a:gd name="connsiteX139" fmla="*/ 4635061 w 12192000"/>
              <a:gd name="connsiteY139" fmla="*/ 280682 h 4939827"/>
              <a:gd name="connsiteX140" fmla="*/ 4807427 w 12192000"/>
              <a:gd name="connsiteY140" fmla="*/ 276835 h 4939827"/>
              <a:gd name="connsiteX141" fmla="*/ 5028933 w 12192000"/>
              <a:gd name="connsiteY141" fmla="*/ 183887 h 4939827"/>
              <a:gd name="connsiteX142" fmla="*/ 5093642 w 12192000"/>
              <a:gd name="connsiteY142" fmla="*/ 177214 h 4939827"/>
              <a:gd name="connsiteX143" fmla="*/ 5102642 w 12192000"/>
              <a:gd name="connsiteY143" fmla="*/ 186816 h 4939827"/>
              <a:gd name="connsiteX144" fmla="*/ 5193590 w 12192000"/>
              <a:gd name="connsiteY144" fmla="*/ 156458 h 4939827"/>
              <a:gd name="connsiteX145" fmla="*/ 5323922 w 12192000"/>
              <a:gd name="connsiteY145" fmla="*/ 146332 h 4939827"/>
              <a:gd name="connsiteX146" fmla="*/ 5421860 w 12192000"/>
              <a:gd name="connsiteY146" fmla="*/ 167298 h 4939827"/>
              <a:gd name="connsiteX147" fmla="*/ 5476948 w 12192000"/>
              <a:gd name="connsiteY147" fmla="*/ 173249 h 4939827"/>
              <a:gd name="connsiteX148" fmla="*/ 5516842 w 12192000"/>
              <a:gd name="connsiteY148" fmla="*/ 184018 h 4939827"/>
              <a:gd name="connsiteX149" fmla="*/ 5619415 w 12192000"/>
              <a:gd name="connsiteY149" fmla="*/ 176781 h 4939827"/>
              <a:gd name="connsiteX150" fmla="*/ 5789867 w 12192000"/>
              <a:gd name="connsiteY150" fmla="*/ 150304 h 4939827"/>
              <a:gd name="connsiteX151" fmla="*/ 5825953 w 12192000"/>
              <a:gd name="connsiteY151" fmla="*/ 147907 h 4939827"/>
              <a:gd name="connsiteX152" fmla="*/ 5856168 w 12192000"/>
              <a:gd name="connsiteY152" fmla="*/ 158719 h 4939827"/>
              <a:gd name="connsiteX153" fmla="*/ 5862476 w 12192000"/>
              <a:gd name="connsiteY153" fmla="*/ 172447 h 4939827"/>
              <a:gd name="connsiteX154" fmla="*/ 5882195 w 12192000"/>
              <a:gd name="connsiteY154" fmla="*/ 173195 h 4939827"/>
              <a:gd name="connsiteX155" fmla="*/ 5887271 w 12192000"/>
              <a:gd name="connsiteY155" fmla="*/ 176084 h 4939827"/>
              <a:gd name="connsiteX156" fmla="*/ 5921577 w 12192000"/>
              <a:gd name="connsiteY156" fmla="*/ 169858 h 4939827"/>
              <a:gd name="connsiteX157" fmla="*/ 5983240 w 12192000"/>
              <a:gd name="connsiteY157" fmla="*/ 152755 h 4939827"/>
              <a:gd name="connsiteX158" fmla="*/ 6152287 w 12192000"/>
              <a:gd name="connsiteY158" fmla="*/ 116736 h 4939827"/>
              <a:gd name="connsiteX159" fmla="*/ 6415830 w 12192000"/>
              <a:gd name="connsiteY159" fmla="*/ 136006 h 4939827"/>
              <a:gd name="connsiteX160" fmla="*/ 6756965 w 12192000"/>
              <a:gd name="connsiteY160" fmla="*/ 57636 h 4939827"/>
              <a:gd name="connsiteX161" fmla="*/ 6819400 w 12192000"/>
              <a:gd name="connsiteY161" fmla="*/ 30742 h 4939827"/>
              <a:gd name="connsiteX162" fmla="*/ 6986370 w 12192000"/>
              <a:gd name="connsiteY162" fmla="*/ 12659 h 4939827"/>
              <a:gd name="connsiteX163" fmla="*/ 6989536 w 12192000"/>
              <a:gd name="connsiteY163" fmla="*/ 14528 h 4939827"/>
              <a:gd name="connsiteX164" fmla="*/ 7015933 w 12192000"/>
              <a:gd name="connsiteY164" fmla="*/ 9653 h 4939827"/>
              <a:gd name="connsiteX165" fmla="*/ 7020592 w 12192000"/>
              <a:gd name="connsiteY165" fmla="*/ 1651 h 4939827"/>
              <a:gd name="connsiteX166" fmla="*/ 7025905 w 12192000"/>
              <a:gd name="connsiteY166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52584 w 12192000"/>
              <a:gd name="connsiteY17" fmla="*/ 170181 h 4939827"/>
              <a:gd name="connsiteX18" fmla="*/ 8009534 w 12192000"/>
              <a:gd name="connsiteY18" fmla="*/ 176441 h 4939827"/>
              <a:gd name="connsiteX19" fmla="*/ 8058681 w 12192000"/>
              <a:gd name="connsiteY19" fmla="*/ 219431 h 4939827"/>
              <a:gd name="connsiteX20" fmla="*/ 8126175 w 12192000"/>
              <a:gd name="connsiteY20" fmla="*/ 240005 h 4939827"/>
              <a:gd name="connsiteX21" fmla="*/ 8166439 w 12192000"/>
              <a:gd name="connsiteY21" fmla="*/ 252699 h 4939827"/>
              <a:gd name="connsiteX22" fmla="*/ 8281371 w 12192000"/>
              <a:gd name="connsiteY22" fmla="*/ 256875 h 4939827"/>
              <a:gd name="connsiteX23" fmla="*/ 8381609 w 12192000"/>
              <a:gd name="connsiteY23" fmla="*/ 240618 h 4939827"/>
              <a:gd name="connsiteX24" fmla="*/ 8406759 w 12192000"/>
              <a:gd name="connsiteY24" fmla="*/ 232517 h 4939827"/>
              <a:gd name="connsiteX25" fmla="*/ 8426506 w 12192000"/>
              <a:gd name="connsiteY25" fmla="*/ 241842 h 4939827"/>
              <a:gd name="connsiteX26" fmla="*/ 8427949 w 12192000"/>
              <a:gd name="connsiteY26" fmla="*/ 240981 h 4939827"/>
              <a:gd name="connsiteX27" fmla="*/ 8441468 w 12192000"/>
              <a:gd name="connsiteY27" fmla="*/ 241157 h 4939827"/>
              <a:gd name="connsiteX28" fmla="*/ 8565757 w 12192000"/>
              <a:gd name="connsiteY28" fmla="*/ 255317 h 4939827"/>
              <a:gd name="connsiteX29" fmla="*/ 8573171 w 12192000"/>
              <a:gd name="connsiteY29" fmla="*/ 258426 h 4939827"/>
              <a:gd name="connsiteX30" fmla="*/ 8573548 w 12192000"/>
              <a:gd name="connsiteY30" fmla="*/ 258241 h 4939827"/>
              <a:gd name="connsiteX31" fmla="*/ 8581827 w 12192000"/>
              <a:gd name="connsiteY31" fmla="*/ 261028 h 4939827"/>
              <a:gd name="connsiteX32" fmla="*/ 8586687 w 12192000"/>
              <a:gd name="connsiteY32" fmla="*/ 264089 h 4939827"/>
              <a:gd name="connsiteX33" fmla="*/ 8601067 w 12192000"/>
              <a:gd name="connsiteY33" fmla="*/ 270114 h 4939827"/>
              <a:gd name="connsiteX34" fmla="*/ 8672650 w 12192000"/>
              <a:gd name="connsiteY34" fmla="*/ 254821 h 4939827"/>
              <a:gd name="connsiteX35" fmla="*/ 8785543 w 12192000"/>
              <a:gd name="connsiteY35" fmla="*/ 263406 h 4939827"/>
              <a:gd name="connsiteX36" fmla="*/ 8830588 w 12192000"/>
              <a:gd name="connsiteY36" fmla="*/ 265483 h 4939827"/>
              <a:gd name="connsiteX37" fmla="*/ 8905142 w 12192000"/>
              <a:gd name="connsiteY37" fmla="*/ 264958 h 4939827"/>
              <a:gd name="connsiteX38" fmla="*/ 8968582 w 12192000"/>
              <a:gd name="connsiteY38" fmla="*/ 262728 h 4939827"/>
              <a:gd name="connsiteX39" fmla="*/ 8972994 w 12192000"/>
              <a:gd name="connsiteY39" fmla="*/ 263284 h 4939827"/>
              <a:gd name="connsiteX40" fmla="*/ 9004605 w 12192000"/>
              <a:gd name="connsiteY40" fmla="*/ 258041 h 4939827"/>
              <a:gd name="connsiteX41" fmla="*/ 9016165 w 12192000"/>
              <a:gd name="connsiteY41" fmla="*/ 261258 h 4939827"/>
              <a:gd name="connsiteX42" fmla="*/ 9043297 w 12192000"/>
              <a:gd name="connsiteY42" fmla="*/ 281547 h 4939827"/>
              <a:gd name="connsiteX43" fmla="*/ 9048315 w 12192000"/>
              <a:gd name="connsiteY43" fmla="*/ 279264 h 4939827"/>
              <a:gd name="connsiteX44" fmla="*/ 9054706 w 12192000"/>
              <a:gd name="connsiteY44" fmla="*/ 278538 h 4939827"/>
              <a:gd name="connsiteX45" fmla="*/ 9070919 w 12192000"/>
              <a:gd name="connsiteY45" fmla="*/ 281810 h 4939827"/>
              <a:gd name="connsiteX46" fmla="*/ 9076813 w 12192000"/>
              <a:gd name="connsiteY46" fmla="*/ 283909 h 4939827"/>
              <a:gd name="connsiteX47" fmla="*/ 9085871 w 12192000"/>
              <a:gd name="connsiteY47" fmla="*/ 285133 h 4939827"/>
              <a:gd name="connsiteX48" fmla="*/ 9086159 w 12192000"/>
              <a:gd name="connsiteY48" fmla="*/ 284887 h 4939827"/>
              <a:gd name="connsiteX49" fmla="*/ 9134606 w 12192000"/>
              <a:gd name="connsiteY49" fmla="*/ 288168 h 4939827"/>
              <a:gd name="connsiteX50" fmla="*/ 9195590 w 12192000"/>
              <a:gd name="connsiteY50" fmla="*/ 279568 h 4939827"/>
              <a:gd name="connsiteX51" fmla="*/ 9219336 w 12192000"/>
              <a:gd name="connsiteY51" fmla="*/ 278133 h 4939827"/>
              <a:gd name="connsiteX52" fmla="*/ 9232362 w 12192000"/>
              <a:gd name="connsiteY52" fmla="*/ 275894 h 4939827"/>
              <a:gd name="connsiteX53" fmla="*/ 9233396 w 12192000"/>
              <a:gd name="connsiteY53" fmla="*/ 274803 h 4939827"/>
              <a:gd name="connsiteX54" fmla="*/ 9256213 w 12192000"/>
              <a:gd name="connsiteY54" fmla="*/ 281576 h 4939827"/>
              <a:gd name="connsiteX55" fmla="*/ 9262377 w 12192000"/>
              <a:gd name="connsiteY55" fmla="*/ 286635 h 4939827"/>
              <a:gd name="connsiteX56" fmla="*/ 9287089 w 12192000"/>
              <a:gd name="connsiteY56" fmla="*/ 303891 h 4939827"/>
              <a:gd name="connsiteX57" fmla="*/ 9371484 w 12192000"/>
              <a:gd name="connsiteY57" fmla="*/ 329634 h 4939827"/>
              <a:gd name="connsiteX58" fmla="*/ 9404829 w 12192000"/>
              <a:gd name="connsiteY58" fmla="*/ 339038 h 4939827"/>
              <a:gd name="connsiteX59" fmla="*/ 9427021 w 12192000"/>
              <a:gd name="connsiteY59" fmla="*/ 358784 h 4939827"/>
              <a:gd name="connsiteX60" fmla="*/ 9670844 w 12192000"/>
              <a:gd name="connsiteY60" fmla="*/ 405128 h 4939827"/>
              <a:gd name="connsiteX61" fmla="*/ 9816083 w 12192000"/>
              <a:gd name="connsiteY61" fmla="*/ 416573 h 4939827"/>
              <a:gd name="connsiteX62" fmla="*/ 9936741 w 12192000"/>
              <a:gd name="connsiteY62" fmla="*/ 437044 h 4939827"/>
              <a:gd name="connsiteX63" fmla="*/ 10050093 w 12192000"/>
              <a:gd name="connsiteY63" fmla="*/ 443783 h 4939827"/>
              <a:gd name="connsiteX64" fmla="*/ 10130090 w 12192000"/>
              <a:gd name="connsiteY64" fmla="*/ 459520 h 4939827"/>
              <a:gd name="connsiteX65" fmla="*/ 10173456 w 12192000"/>
              <a:gd name="connsiteY65" fmla="*/ 457749 h 4939827"/>
              <a:gd name="connsiteX66" fmla="*/ 10218232 w 12192000"/>
              <a:gd name="connsiteY66" fmla="*/ 459820 h 4939827"/>
              <a:gd name="connsiteX67" fmla="*/ 10354176 w 12192000"/>
              <a:gd name="connsiteY67" fmla="*/ 471377 h 4939827"/>
              <a:gd name="connsiteX68" fmla="*/ 10430681 w 12192000"/>
              <a:gd name="connsiteY68" fmla="*/ 481226 h 4939827"/>
              <a:gd name="connsiteX69" fmla="*/ 10478169 w 12192000"/>
              <a:gd name="connsiteY69" fmla="*/ 481774 h 4939827"/>
              <a:gd name="connsiteX70" fmla="*/ 10540907 w 12192000"/>
              <a:gd name="connsiteY70" fmla="*/ 485607 h 4939827"/>
              <a:gd name="connsiteX71" fmla="*/ 10614941 w 12192000"/>
              <a:gd name="connsiteY71" fmla="*/ 487592 h 4939827"/>
              <a:gd name="connsiteX72" fmla="*/ 10674098 w 12192000"/>
              <a:gd name="connsiteY72" fmla="*/ 521656 h 4939827"/>
              <a:gd name="connsiteX73" fmla="*/ 10874834 w 12192000"/>
              <a:gd name="connsiteY73" fmla="*/ 574867 h 4939827"/>
              <a:gd name="connsiteX74" fmla="*/ 10944981 w 12192000"/>
              <a:gd name="connsiteY74" fmla="*/ 615042 h 4939827"/>
              <a:gd name="connsiteX75" fmla="*/ 11006376 w 12192000"/>
              <a:gd name="connsiteY75" fmla="*/ 645957 h 4939827"/>
              <a:gd name="connsiteX76" fmla="*/ 11076308 w 12192000"/>
              <a:gd name="connsiteY76" fmla="*/ 675698 h 4939827"/>
              <a:gd name="connsiteX77" fmla="*/ 11148789 w 12192000"/>
              <a:gd name="connsiteY77" fmla="*/ 685041 h 4939827"/>
              <a:gd name="connsiteX78" fmla="*/ 11249129 w 12192000"/>
              <a:gd name="connsiteY78" fmla="*/ 684218 h 4939827"/>
              <a:gd name="connsiteX79" fmla="*/ 11299915 w 12192000"/>
              <a:gd name="connsiteY79" fmla="*/ 692177 h 4939827"/>
              <a:gd name="connsiteX80" fmla="*/ 11386973 w 12192000"/>
              <a:gd name="connsiteY80" fmla="*/ 708209 h 4939827"/>
              <a:gd name="connsiteX81" fmla="*/ 11500105 w 12192000"/>
              <a:gd name="connsiteY81" fmla="*/ 735014 h 4939827"/>
              <a:gd name="connsiteX82" fmla="*/ 11621735 w 12192000"/>
              <a:gd name="connsiteY82" fmla="*/ 789584 h 4939827"/>
              <a:gd name="connsiteX83" fmla="*/ 11691200 w 12192000"/>
              <a:gd name="connsiteY83" fmla="*/ 867902 h 4939827"/>
              <a:gd name="connsiteX84" fmla="*/ 11819427 w 12192000"/>
              <a:gd name="connsiteY84" fmla="*/ 911634 h 4939827"/>
              <a:gd name="connsiteX85" fmla="*/ 11969720 w 12192000"/>
              <a:gd name="connsiteY85" fmla="*/ 964737 h 4939827"/>
              <a:gd name="connsiteX86" fmla="*/ 12055766 w 12192000"/>
              <a:gd name="connsiteY86" fmla="*/ 991268 h 4939827"/>
              <a:gd name="connsiteX87" fmla="*/ 12171539 w 12192000"/>
              <a:gd name="connsiteY87" fmla="*/ 995427 h 4939827"/>
              <a:gd name="connsiteX88" fmla="*/ 12187831 w 12192000"/>
              <a:gd name="connsiteY88" fmla="*/ 996580 h 4939827"/>
              <a:gd name="connsiteX89" fmla="*/ 12192000 w 12192000"/>
              <a:gd name="connsiteY89" fmla="*/ 996726 h 4939827"/>
              <a:gd name="connsiteX90" fmla="*/ 12192000 w 12192000"/>
              <a:gd name="connsiteY90" fmla="*/ 4939827 h 4939827"/>
              <a:gd name="connsiteX91" fmla="*/ 0 w 12192000"/>
              <a:gd name="connsiteY91" fmla="*/ 4939827 h 4939827"/>
              <a:gd name="connsiteX92" fmla="*/ 0 w 12192000"/>
              <a:gd name="connsiteY92" fmla="*/ 512043 h 4939827"/>
              <a:gd name="connsiteX93" fmla="*/ 7381 w 12192000"/>
              <a:gd name="connsiteY93" fmla="*/ 512580 h 4939827"/>
              <a:gd name="connsiteX94" fmla="*/ 100029 w 12192000"/>
              <a:gd name="connsiteY94" fmla="*/ 504758 h 4939827"/>
              <a:gd name="connsiteX95" fmla="*/ 155244 w 12192000"/>
              <a:gd name="connsiteY95" fmla="*/ 525130 h 4939827"/>
              <a:gd name="connsiteX96" fmla="*/ 254366 w 12192000"/>
              <a:gd name="connsiteY96" fmla="*/ 534449 h 4939827"/>
              <a:gd name="connsiteX97" fmla="*/ 447292 w 12192000"/>
              <a:gd name="connsiteY97" fmla="*/ 542725 h 4939827"/>
              <a:gd name="connsiteX98" fmla="*/ 628105 w 12192000"/>
              <a:gd name="connsiteY98" fmla="*/ 547853 h 4939827"/>
              <a:gd name="connsiteX99" fmla="*/ 783146 w 12192000"/>
              <a:gd name="connsiteY99" fmla="*/ 591799 h 4939827"/>
              <a:gd name="connsiteX100" fmla="*/ 1043676 w 12192000"/>
              <a:gd name="connsiteY100" fmla="*/ 591887 h 4939827"/>
              <a:gd name="connsiteX101" fmla="*/ 1281816 w 12192000"/>
              <a:gd name="connsiteY101" fmla="*/ 520946 h 4939827"/>
              <a:gd name="connsiteX102" fmla="*/ 1486347 w 12192000"/>
              <a:gd name="connsiteY102" fmla="*/ 487310 h 4939827"/>
              <a:gd name="connsiteX103" fmla="*/ 1568079 w 12192000"/>
              <a:gd name="connsiteY103" fmla="*/ 462531 h 4939827"/>
              <a:gd name="connsiteX104" fmla="*/ 1622516 w 12192000"/>
              <a:gd name="connsiteY104" fmla="*/ 466058 h 4939827"/>
              <a:gd name="connsiteX105" fmla="*/ 1655457 w 12192000"/>
              <a:gd name="connsiteY105" fmla="*/ 465359 h 4939827"/>
              <a:gd name="connsiteX106" fmla="*/ 1717454 w 12192000"/>
              <a:gd name="connsiteY106" fmla="*/ 417203 h 4939827"/>
              <a:gd name="connsiteX107" fmla="*/ 1913794 w 12192000"/>
              <a:gd name="connsiteY107" fmla="*/ 365255 h 4939827"/>
              <a:gd name="connsiteX108" fmla="*/ 2129762 w 12192000"/>
              <a:gd name="connsiteY108" fmla="*/ 367832 h 4939827"/>
              <a:gd name="connsiteX109" fmla="*/ 2376970 w 12192000"/>
              <a:gd name="connsiteY109" fmla="*/ 350129 h 4939827"/>
              <a:gd name="connsiteX110" fmla="*/ 2480155 w 12192000"/>
              <a:gd name="connsiteY110" fmla="*/ 359227 h 4939827"/>
              <a:gd name="connsiteX111" fmla="*/ 2586782 w 12192000"/>
              <a:gd name="connsiteY111" fmla="*/ 339352 h 4939827"/>
              <a:gd name="connsiteX112" fmla="*/ 2679617 w 12192000"/>
              <a:gd name="connsiteY112" fmla="*/ 305383 h 4939827"/>
              <a:gd name="connsiteX113" fmla="*/ 2788947 w 12192000"/>
              <a:gd name="connsiteY113" fmla="*/ 250375 h 4939827"/>
              <a:gd name="connsiteX114" fmla="*/ 2965530 w 12192000"/>
              <a:gd name="connsiteY114" fmla="*/ 245958 h 4939827"/>
              <a:gd name="connsiteX115" fmla="*/ 3103677 w 12192000"/>
              <a:gd name="connsiteY115" fmla="*/ 209527 h 4939827"/>
              <a:gd name="connsiteX116" fmla="*/ 3126759 w 12192000"/>
              <a:gd name="connsiteY116" fmla="*/ 211226 h 4939827"/>
              <a:gd name="connsiteX117" fmla="*/ 3164020 w 12192000"/>
              <a:gd name="connsiteY117" fmla="*/ 212779 h 4939827"/>
              <a:gd name="connsiteX118" fmla="*/ 3285019 w 12192000"/>
              <a:gd name="connsiteY118" fmla="*/ 220535 h 4939827"/>
              <a:gd name="connsiteX119" fmla="*/ 3365154 w 12192000"/>
              <a:gd name="connsiteY119" fmla="*/ 226416 h 4939827"/>
              <a:gd name="connsiteX120" fmla="*/ 3367507 w 12192000"/>
              <a:gd name="connsiteY120" fmla="*/ 225416 h 4939827"/>
              <a:gd name="connsiteX121" fmla="*/ 3387567 w 12192000"/>
              <a:gd name="connsiteY121" fmla="*/ 227103 h 4939827"/>
              <a:gd name="connsiteX122" fmla="*/ 3498001 w 12192000"/>
              <a:gd name="connsiteY122" fmla="*/ 231941 h 4939827"/>
              <a:gd name="connsiteX123" fmla="*/ 3561557 w 12192000"/>
              <a:gd name="connsiteY123" fmla="*/ 228095 h 4939827"/>
              <a:gd name="connsiteX124" fmla="*/ 3611920 w 12192000"/>
              <a:gd name="connsiteY124" fmla="*/ 218094 h 4939827"/>
              <a:gd name="connsiteX125" fmla="*/ 3620528 w 12192000"/>
              <a:gd name="connsiteY125" fmla="*/ 218788 h 4939827"/>
              <a:gd name="connsiteX126" fmla="*/ 3620766 w 12192000"/>
              <a:gd name="connsiteY126" fmla="*/ 218511 h 4939827"/>
              <a:gd name="connsiteX127" fmla="*/ 3629977 w 12192000"/>
              <a:gd name="connsiteY127" fmla="*/ 218664 h 4939827"/>
              <a:gd name="connsiteX128" fmla="*/ 3636217 w 12192000"/>
              <a:gd name="connsiteY128" fmla="*/ 220048 h 4939827"/>
              <a:gd name="connsiteX129" fmla="*/ 3709484 w 12192000"/>
              <a:gd name="connsiteY129" fmla="*/ 186927 h 4939827"/>
              <a:gd name="connsiteX130" fmla="*/ 3761342 w 12192000"/>
              <a:gd name="connsiteY130" fmla="*/ 177474 h 4939827"/>
              <a:gd name="connsiteX131" fmla="*/ 3799748 w 12192000"/>
              <a:gd name="connsiteY131" fmla="*/ 167154 h 4939827"/>
              <a:gd name="connsiteX132" fmla="*/ 3922756 w 12192000"/>
              <a:gd name="connsiteY132" fmla="*/ 194044 h 4939827"/>
              <a:gd name="connsiteX133" fmla="*/ 4028476 w 12192000"/>
              <a:gd name="connsiteY133" fmla="*/ 223679 h 4939827"/>
              <a:gd name="connsiteX134" fmla="*/ 4191582 w 12192000"/>
              <a:gd name="connsiteY134" fmla="*/ 238952 h 4939827"/>
              <a:gd name="connsiteX135" fmla="*/ 4251024 w 12192000"/>
              <a:gd name="connsiteY135" fmla="*/ 240874 h 4939827"/>
              <a:gd name="connsiteX136" fmla="*/ 4355275 w 12192000"/>
              <a:gd name="connsiteY136" fmla="*/ 260205 h 4939827"/>
              <a:gd name="connsiteX137" fmla="*/ 4423807 w 12192000"/>
              <a:gd name="connsiteY137" fmla="*/ 270366 h 4939827"/>
              <a:gd name="connsiteX138" fmla="*/ 4558432 w 12192000"/>
              <a:gd name="connsiteY138" fmla="*/ 269194 h 4939827"/>
              <a:gd name="connsiteX139" fmla="*/ 4635061 w 12192000"/>
              <a:gd name="connsiteY139" fmla="*/ 280682 h 4939827"/>
              <a:gd name="connsiteX140" fmla="*/ 4807427 w 12192000"/>
              <a:gd name="connsiteY140" fmla="*/ 276835 h 4939827"/>
              <a:gd name="connsiteX141" fmla="*/ 5028933 w 12192000"/>
              <a:gd name="connsiteY141" fmla="*/ 183887 h 4939827"/>
              <a:gd name="connsiteX142" fmla="*/ 5093642 w 12192000"/>
              <a:gd name="connsiteY142" fmla="*/ 177214 h 4939827"/>
              <a:gd name="connsiteX143" fmla="*/ 5102642 w 12192000"/>
              <a:gd name="connsiteY143" fmla="*/ 186816 h 4939827"/>
              <a:gd name="connsiteX144" fmla="*/ 5193590 w 12192000"/>
              <a:gd name="connsiteY144" fmla="*/ 156458 h 4939827"/>
              <a:gd name="connsiteX145" fmla="*/ 5323922 w 12192000"/>
              <a:gd name="connsiteY145" fmla="*/ 146332 h 4939827"/>
              <a:gd name="connsiteX146" fmla="*/ 5421860 w 12192000"/>
              <a:gd name="connsiteY146" fmla="*/ 167298 h 4939827"/>
              <a:gd name="connsiteX147" fmla="*/ 5476948 w 12192000"/>
              <a:gd name="connsiteY147" fmla="*/ 173249 h 4939827"/>
              <a:gd name="connsiteX148" fmla="*/ 5516842 w 12192000"/>
              <a:gd name="connsiteY148" fmla="*/ 184018 h 4939827"/>
              <a:gd name="connsiteX149" fmla="*/ 5619415 w 12192000"/>
              <a:gd name="connsiteY149" fmla="*/ 176781 h 4939827"/>
              <a:gd name="connsiteX150" fmla="*/ 5789867 w 12192000"/>
              <a:gd name="connsiteY150" fmla="*/ 150304 h 4939827"/>
              <a:gd name="connsiteX151" fmla="*/ 5825953 w 12192000"/>
              <a:gd name="connsiteY151" fmla="*/ 147907 h 4939827"/>
              <a:gd name="connsiteX152" fmla="*/ 5856168 w 12192000"/>
              <a:gd name="connsiteY152" fmla="*/ 158719 h 4939827"/>
              <a:gd name="connsiteX153" fmla="*/ 5862476 w 12192000"/>
              <a:gd name="connsiteY153" fmla="*/ 172447 h 4939827"/>
              <a:gd name="connsiteX154" fmla="*/ 5882195 w 12192000"/>
              <a:gd name="connsiteY154" fmla="*/ 173195 h 4939827"/>
              <a:gd name="connsiteX155" fmla="*/ 5887271 w 12192000"/>
              <a:gd name="connsiteY155" fmla="*/ 176084 h 4939827"/>
              <a:gd name="connsiteX156" fmla="*/ 5921577 w 12192000"/>
              <a:gd name="connsiteY156" fmla="*/ 169858 h 4939827"/>
              <a:gd name="connsiteX157" fmla="*/ 5983240 w 12192000"/>
              <a:gd name="connsiteY157" fmla="*/ 152755 h 4939827"/>
              <a:gd name="connsiteX158" fmla="*/ 6152287 w 12192000"/>
              <a:gd name="connsiteY158" fmla="*/ 116736 h 4939827"/>
              <a:gd name="connsiteX159" fmla="*/ 6415830 w 12192000"/>
              <a:gd name="connsiteY159" fmla="*/ 136006 h 4939827"/>
              <a:gd name="connsiteX160" fmla="*/ 6756965 w 12192000"/>
              <a:gd name="connsiteY160" fmla="*/ 57636 h 4939827"/>
              <a:gd name="connsiteX161" fmla="*/ 6819400 w 12192000"/>
              <a:gd name="connsiteY161" fmla="*/ 30742 h 4939827"/>
              <a:gd name="connsiteX162" fmla="*/ 6986370 w 12192000"/>
              <a:gd name="connsiteY162" fmla="*/ 12659 h 4939827"/>
              <a:gd name="connsiteX163" fmla="*/ 6989536 w 12192000"/>
              <a:gd name="connsiteY163" fmla="*/ 14528 h 4939827"/>
              <a:gd name="connsiteX164" fmla="*/ 7015933 w 12192000"/>
              <a:gd name="connsiteY164" fmla="*/ 9653 h 4939827"/>
              <a:gd name="connsiteX165" fmla="*/ 7020592 w 12192000"/>
              <a:gd name="connsiteY165" fmla="*/ 1651 h 4939827"/>
              <a:gd name="connsiteX166" fmla="*/ 7025905 w 12192000"/>
              <a:gd name="connsiteY166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52584 w 12192000"/>
              <a:gd name="connsiteY17" fmla="*/ 170181 h 4939827"/>
              <a:gd name="connsiteX18" fmla="*/ 8009534 w 12192000"/>
              <a:gd name="connsiteY18" fmla="*/ 176441 h 4939827"/>
              <a:gd name="connsiteX19" fmla="*/ 8058681 w 12192000"/>
              <a:gd name="connsiteY19" fmla="*/ 219431 h 4939827"/>
              <a:gd name="connsiteX20" fmla="*/ 8126175 w 12192000"/>
              <a:gd name="connsiteY20" fmla="*/ 240005 h 4939827"/>
              <a:gd name="connsiteX21" fmla="*/ 8166439 w 12192000"/>
              <a:gd name="connsiteY21" fmla="*/ 252699 h 4939827"/>
              <a:gd name="connsiteX22" fmla="*/ 8281371 w 12192000"/>
              <a:gd name="connsiteY22" fmla="*/ 256875 h 4939827"/>
              <a:gd name="connsiteX23" fmla="*/ 8381609 w 12192000"/>
              <a:gd name="connsiteY23" fmla="*/ 240618 h 4939827"/>
              <a:gd name="connsiteX24" fmla="*/ 8406759 w 12192000"/>
              <a:gd name="connsiteY24" fmla="*/ 232517 h 4939827"/>
              <a:gd name="connsiteX25" fmla="*/ 8426506 w 12192000"/>
              <a:gd name="connsiteY25" fmla="*/ 241842 h 4939827"/>
              <a:gd name="connsiteX26" fmla="*/ 8427949 w 12192000"/>
              <a:gd name="connsiteY26" fmla="*/ 240981 h 4939827"/>
              <a:gd name="connsiteX27" fmla="*/ 8441468 w 12192000"/>
              <a:gd name="connsiteY27" fmla="*/ 241157 h 4939827"/>
              <a:gd name="connsiteX28" fmla="*/ 8565757 w 12192000"/>
              <a:gd name="connsiteY28" fmla="*/ 255317 h 4939827"/>
              <a:gd name="connsiteX29" fmla="*/ 8573171 w 12192000"/>
              <a:gd name="connsiteY29" fmla="*/ 258426 h 4939827"/>
              <a:gd name="connsiteX30" fmla="*/ 8573548 w 12192000"/>
              <a:gd name="connsiteY30" fmla="*/ 258241 h 4939827"/>
              <a:gd name="connsiteX31" fmla="*/ 8581827 w 12192000"/>
              <a:gd name="connsiteY31" fmla="*/ 261028 h 4939827"/>
              <a:gd name="connsiteX32" fmla="*/ 8586687 w 12192000"/>
              <a:gd name="connsiteY32" fmla="*/ 264089 h 4939827"/>
              <a:gd name="connsiteX33" fmla="*/ 8601067 w 12192000"/>
              <a:gd name="connsiteY33" fmla="*/ 270114 h 4939827"/>
              <a:gd name="connsiteX34" fmla="*/ 8672650 w 12192000"/>
              <a:gd name="connsiteY34" fmla="*/ 254821 h 4939827"/>
              <a:gd name="connsiteX35" fmla="*/ 8785543 w 12192000"/>
              <a:gd name="connsiteY35" fmla="*/ 263406 h 4939827"/>
              <a:gd name="connsiteX36" fmla="*/ 8830588 w 12192000"/>
              <a:gd name="connsiteY36" fmla="*/ 265483 h 4939827"/>
              <a:gd name="connsiteX37" fmla="*/ 8905142 w 12192000"/>
              <a:gd name="connsiteY37" fmla="*/ 264958 h 4939827"/>
              <a:gd name="connsiteX38" fmla="*/ 8968582 w 12192000"/>
              <a:gd name="connsiteY38" fmla="*/ 262728 h 4939827"/>
              <a:gd name="connsiteX39" fmla="*/ 8972994 w 12192000"/>
              <a:gd name="connsiteY39" fmla="*/ 263284 h 4939827"/>
              <a:gd name="connsiteX40" fmla="*/ 9004605 w 12192000"/>
              <a:gd name="connsiteY40" fmla="*/ 258041 h 4939827"/>
              <a:gd name="connsiteX41" fmla="*/ 9016165 w 12192000"/>
              <a:gd name="connsiteY41" fmla="*/ 261258 h 4939827"/>
              <a:gd name="connsiteX42" fmla="*/ 9043297 w 12192000"/>
              <a:gd name="connsiteY42" fmla="*/ 281547 h 4939827"/>
              <a:gd name="connsiteX43" fmla="*/ 9048315 w 12192000"/>
              <a:gd name="connsiteY43" fmla="*/ 279264 h 4939827"/>
              <a:gd name="connsiteX44" fmla="*/ 9054706 w 12192000"/>
              <a:gd name="connsiteY44" fmla="*/ 278538 h 4939827"/>
              <a:gd name="connsiteX45" fmla="*/ 9070919 w 12192000"/>
              <a:gd name="connsiteY45" fmla="*/ 281810 h 4939827"/>
              <a:gd name="connsiteX46" fmla="*/ 9076813 w 12192000"/>
              <a:gd name="connsiteY46" fmla="*/ 283909 h 4939827"/>
              <a:gd name="connsiteX47" fmla="*/ 9085871 w 12192000"/>
              <a:gd name="connsiteY47" fmla="*/ 285133 h 4939827"/>
              <a:gd name="connsiteX48" fmla="*/ 9086159 w 12192000"/>
              <a:gd name="connsiteY48" fmla="*/ 284887 h 4939827"/>
              <a:gd name="connsiteX49" fmla="*/ 9134606 w 12192000"/>
              <a:gd name="connsiteY49" fmla="*/ 288168 h 4939827"/>
              <a:gd name="connsiteX50" fmla="*/ 9195590 w 12192000"/>
              <a:gd name="connsiteY50" fmla="*/ 279568 h 4939827"/>
              <a:gd name="connsiteX51" fmla="*/ 9219336 w 12192000"/>
              <a:gd name="connsiteY51" fmla="*/ 278133 h 4939827"/>
              <a:gd name="connsiteX52" fmla="*/ 9232362 w 12192000"/>
              <a:gd name="connsiteY52" fmla="*/ 275894 h 4939827"/>
              <a:gd name="connsiteX53" fmla="*/ 9233396 w 12192000"/>
              <a:gd name="connsiteY53" fmla="*/ 274803 h 4939827"/>
              <a:gd name="connsiteX54" fmla="*/ 9256213 w 12192000"/>
              <a:gd name="connsiteY54" fmla="*/ 281576 h 4939827"/>
              <a:gd name="connsiteX55" fmla="*/ 9262377 w 12192000"/>
              <a:gd name="connsiteY55" fmla="*/ 286635 h 4939827"/>
              <a:gd name="connsiteX56" fmla="*/ 9287089 w 12192000"/>
              <a:gd name="connsiteY56" fmla="*/ 303891 h 4939827"/>
              <a:gd name="connsiteX57" fmla="*/ 9371484 w 12192000"/>
              <a:gd name="connsiteY57" fmla="*/ 329634 h 4939827"/>
              <a:gd name="connsiteX58" fmla="*/ 9404829 w 12192000"/>
              <a:gd name="connsiteY58" fmla="*/ 339038 h 4939827"/>
              <a:gd name="connsiteX59" fmla="*/ 9427021 w 12192000"/>
              <a:gd name="connsiteY59" fmla="*/ 358784 h 4939827"/>
              <a:gd name="connsiteX60" fmla="*/ 9670844 w 12192000"/>
              <a:gd name="connsiteY60" fmla="*/ 405128 h 4939827"/>
              <a:gd name="connsiteX61" fmla="*/ 9816083 w 12192000"/>
              <a:gd name="connsiteY61" fmla="*/ 416573 h 4939827"/>
              <a:gd name="connsiteX62" fmla="*/ 9936741 w 12192000"/>
              <a:gd name="connsiteY62" fmla="*/ 437044 h 4939827"/>
              <a:gd name="connsiteX63" fmla="*/ 10050093 w 12192000"/>
              <a:gd name="connsiteY63" fmla="*/ 443783 h 4939827"/>
              <a:gd name="connsiteX64" fmla="*/ 10130090 w 12192000"/>
              <a:gd name="connsiteY64" fmla="*/ 459520 h 4939827"/>
              <a:gd name="connsiteX65" fmla="*/ 10173456 w 12192000"/>
              <a:gd name="connsiteY65" fmla="*/ 457749 h 4939827"/>
              <a:gd name="connsiteX66" fmla="*/ 10218232 w 12192000"/>
              <a:gd name="connsiteY66" fmla="*/ 459820 h 4939827"/>
              <a:gd name="connsiteX67" fmla="*/ 10354176 w 12192000"/>
              <a:gd name="connsiteY67" fmla="*/ 471377 h 4939827"/>
              <a:gd name="connsiteX68" fmla="*/ 10430681 w 12192000"/>
              <a:gd name="connsiteY68" fmla="*/ 481226 h 4939827"/>
              <a:gd name="connsiteX69" fmla="*/ 10478169 w 12192000"/>
              <a:gd name="connsiteY69" fmla="*/ 481774 h 4939827"/>
              <a:gd name="connsiteX70" fmla="*/ 10540907 w 12192000"/>
              <a:gd name="connsiteY70" fmla="*/ 485607 h 4939827"/>
              <a:gd name="connsiteX71" fmla="*/ 10614941 w 12192000"/>
              <a:gd name="connsiteY71" fmla="*/ 487592 h 4939827"/>
              <a:gd name="connsiteX72" fmla="*/ 10674098 w 12192000"/>
              <a:gd name="connsiteY72" fmla="*/ 521656 h 4939827"/>
              <a:gd name="connsiteX73" fmla="*/ 10874834 w 12192000"/>
              <a:gd name="connsiteY73" fmla="*/ 574867 h 4939827"/>
              <a:gd name="connsiteX74" fmla="*/ 10944981 w 12192000"/>
              <a:gd name="connsiteY74" fmla="*/ 615042 h 4939827"/>
              <a:gd name="connsiteX75" fmla="*/ 11006376 w 12192000"/>
              <a:gd name="connsiteY75" fmla="*/ 645957 h 4939827"/>
              <a:gd name="connsiteX76" fmla="*/ 11076308 w 12192000"/>
              <a:gd name="connsiteY76" fmla="*/ 675698 h 4939827"/>
              <a:gd name="connsiteX77" fmla="*/ 11148789 w 12192000"/>
              <a:gd name="connsiteY77" fmla="*/ 685041 h 4939827"/>
              <a:gd name="connsiteX78" fmla="*/ 11249129 w 12192000"/>
              <a:gd name="connsiteY78" fmla="*/ 684218 h 4939827"/>
              <a:gd name="connsiteX79" fmla="*/ 11299915 w 12192000"/>
              <a:gd name="connsiteY79" fmla="*/ 692177 h 4939827"/>
              <a:gd name="connsiteX80" fmla="*/ 11386973 w 12192000"/>
              <a:gd name="connsiteY80" fmla="*/ 708209 h 4939827"/>
              <a:gd name="connsiteX81" fmla="*/ 11500105 w 12192000"/>
              <a:gd name="connsiteY81" fmla="*/ 735014 h 4939827"/>
              <a:gd name="connsiteX82" fmla="*/ 11621735 w 12192000"/>
              <a:gd name="connsiteY82" fmla="*/ 789584 h 4939827"/>
              <a:gd name="connsiteX83" fmla="*/ 11691200 w 12192000"/>
              <a:gd name="connsiteY83" fmla="*/ 867902 h 4939827"/>
              <a:gd name="connsiteX84" fmla="*/ 11819427 w 12192000"/>
              <a:gd name="connsiteY84" fmla="*/ 911634 h 4939827"/>
              <a:gd name="connsiteX85" fmla="*/ 11969720 w 12192000"/>
              <a:gd name="connsiteY85" fmla="*/ 964737 h 4939827"/>
              <a:gd name="connsiteX86" fmla="*/ 12055766 w 12192000"/>
              <a:gd name="connsiteY86" fmla="*/ 991268 h 4939827"/>
              <a:gd name="connsiteX87" fmla="*/ 12171539 w 12192000"/>
              <a:gd name="connsiteY87" fmla="*/ 995427 h 4939827"/>
              <a:gd name="connsiteX88" fmla="*/ 12187831 w 12192000"/>
              <a:gd name="connsiteY88" fmla="*/ 996580 h 4939827"/>
              <a:gd name="connsiteX89" fmla="*/ 12192000 w 12192000"/>
              <a:gd name="connsiteY89" fmla="*/ 996726 h 4939827"/>
              <a:gd name="connsiteX90" fmla="*/ 12192000 w 12192000"/>
              <a:gd name="connsiteY90" fmla="*/ 4939827 h 4939827"/>
              <a:gd name="connsiteX91" fmla="*/ 0 w 12192000"/>
              <a:gd name="connsiteY91" fmla="*/ 4939827 h 4939827"/>
              <a:gd name="connsiteX92" fmla="*/ 0 w 12192000"/>
              <a:gd name="connsiteY92" fmla="*/ 512043 h 4939827"/>
              <a:gd name="connsiteX93" fmla="*/ 7381 w 12192000"/>
              <a:gd name="connsiteY93" fmla="*/ 512580 h 4939827"/>
              <a:gd name="connsiteX94" fmla="*/ 100029 w 12192000"/>
              <a:gd name="connsiteY94" fmla="*/ 504758 h 4939827"/>
              <a:gd name="connsiteX95" fmla="*/ 155244 w 12192000"/>
              <a:gd name="connsiteY95" fmla="*/ 525130 h 4939827"/>
              <a:gd name="connsiteX96" fmla="*/ 254366 w 12192000"/>
              <a:gd name="connsiteY96" fmla="*/ 534449 h 4939827"/>
              <a:gd name="connsiteX97" fmla="*/ 447292 w 12192000"/>
              <a:gd name="connsiteY97" fmla="*/ 542725 h 4939827"/>
              <a:gd name="connsiteX98" fmla="*/ 628105 w 12192000"/>
              <a:gd name="connsiteY98" fmla="*/ 547853 h 4939827"/>
              <a:gd name="connsiteX99" fmla="*/ 783146 w 12192000"/>
              <a:gd name="connsiteY99" fmla="*/ 591799 h 4939827"/>
              <a:gd name="connsiteX100" fmla="*/ 1043676 w 12192000"/>
              <a:gd name="connsiteY100" fmla="*/ 591887 h 4939827"/>
              <a:gd name="connsiteX101" fmla="*/ 1281816 w 12192000"/>
              <a:gd name="connsiteY101" fmla="*/ 520946 h 4939827"/>
              <a:gd name="connsiteX102" fmla="*/ 1486347 w 12192000"/>
              <a:gd name="connsiteY102" fmla="*/ 487310 h 4939827"/>
              <a:gd name="connsiteX103" fmla="*/ 1568079 w 12192000"/>
              <a:gd name="connsiteY103" fmla="*/ 462531 h 4939827"/>
              <a:gd name="connsiteX104" fmla="*/ 1622516 w 12192000"/>
              <a:gd name="connsiteY104" fmla="*/ 466058 h 4939827"/>
              <a:gd name="connsiteX105" fmla="*/ 1655457 w 12192000"/>
              <a:gd name="connsiteY105" fmla="*/ 465359 h 4939827"/>
              <a:gd name="connsiteX106" fmla="*/ 1717454 w 12192000"/>
              <a:gd name="connsiteY106" fmla="*/ 417203 h 4939827"/>
              <a:gd name="connsiteX107" fmla="*/ 1913794 w 12192000"/>
              <a:gd name="connsiteY107" fmla="*/ 365255 h 4939827"/>
              <a:gd name="connsiteX108" fmla="*/ 2129762 w 12192000"/>
              <a:gd name="connsiteY108" fmla="*/ 367832 h 4939827"/>
              <a:gd name="connsiteX109" fmla="*/ 2376970 w 12192000"/>
              <a:gd name="connsiteY109" fmla="*/ 350129 h 4939827"/>
              <a:gd name="connsiteX110" fmla="*/ 2480155 w 12192000"/>
              <a:gd name="connsiteY110" fmla="*/ 359227 h 4939827"/>
              <a:gd name="connsiteX111" fmla="*/ 2586782 w 12192000"/>
              <a:gd name="connsiteY111" fmla="*/ 339352 h 4939827"/>
              <a:gd name="connsiteX112" fmla="*/ 2679617 w 12192000"/>
              <a:gd name="connsiteY112" fmla="*/ 305383 h 4939827"/>
              <a:gd name="connsiteX113" fmla="*/ 2788947 w 12192000"/>
              <a:gd name="connsiteY113" fmla="*/ 250375 h 4939827"/>
              <a:gd name="connsiteX114" fmla="*/ 2965530 w 12192000"/>
              <a:gd name="connsiteY114" fmla="*/ 245958 h 4939827"/>
              <a:gd name="connsiteX115" fmla="*/ 3103677 w 12192000"/>
              <a:gd name="connsiteY115" fmla="*/ 209527 h 4939827"/>
              <a:gd name="connsiteX116" fmla="*/ 3126759 w 12192000"/>
              <a:gd name="connsiteY116" fmla="*/ 211226 h 4939827"/>
              <a:gd name="connsiteX117" fmla="*/ 3164020 w 12192000"/>
              <a:gd name="connsiteY117" fmla="*/ 212779 h 4939827"/>
              <a:gd name="connsiteX118" fmla="*/ 3285019 w 12192000"/>
              <a:gd name="connsiteY118" fmla="*/ 220535 h 4939827"/>
              <a:gd name="connsiteX119" fmla="*/ 3365154 w 12192000"/>
              <a:gd name="connsiteY119" fmla="*/ 226416 h 4939827"/>
              <a:gd name="connsiteX120" fmla="*/ 3367507 w 12192000"/>
              <a:gd name="connsiteY120" fmla="*/ 225416 h 4939827"/>
              <a:gd name="connsiteX121" fmla="*/ 3387567 w 12192000"/>
              <a:gd name="connsiteY121" fmla="*/ 227103 h 4939827"/>
              <a:gd name="connsiteX122" fmla="*/ 3498001 w 12192000"/>
              <a:gd name="connsiteY122" fmla="*/ 231941 h 4939827"/>
              <a:gd name="connsiteX123" fmla="*/ 3561557 w 12192000"/>
              <a:gd name="connsiteY123" fmla="*/ 228095 h 4939827"/>
              <a:gd name="connsiteX124" fmla="*/ 3611920 w 12192000"/>
              <a:gd name="connsiteY124" fmla="*/ 218094 h 4939827"/>
              <a:gd name="connsiteX125" fmla="*/ 3620528 w 12192000"/>
              <a:gd name="connsiteY125" fmla="*/ 218788 h 4939827"/>
              <a:gd name="connsiteX126" fmla="*/ 3620766 w 12192000"/>
              <a:gd name="connsiteY126" fmla="*/ 218511 h 4939827"/>
              <a:gd name="connsiteX127" fmla="*/ 3629977 w 12192000"/>
              <a:gd name="connsiteY127" fmla="*/ 218664 h 4939827"/>
              <a:gd name="connsiteX128" fmla="*/ 3636217 w 12192000"/>
              <a:gd name="connsiteY128" fmla="*/ 220048 h 4939827"/>
              <a:gd name="connsiteX129" fmla="*/ 3709484 w 12192000"/>
              <a:gd name="connsiteY129" fmla="*/ 186927 h 4939827"/>
              <a:gd name="connsiteX130" fmla="*/ 3761342 w 12192000"/>
              <a:gd name="connsiteY130" fmla="*/ 177474 h 4939827"/>
              <a:gd name="connsiteX131" fmla="*/ 3799748 w 12192000"/>
              <a:gd name="connsiteY131" fmla="*/ 167154 h 4939827"/>
              <a:gd name="connsiteX132" fmla="*/ 3922756 w 12192000"/>
              <a:gd name="connsiteY132" fmla="*/ 194044 h 4939827"/>
              <a:gd name="connsiteX133" fmla="*/ 4028476 w 12192000"/>
              <a:gd name="connsiteY133" fmla="*/ 223679 h 4939827"/>
              <a:gd name="connsiteX134" fmla="*/ 4191582 w 12192000"/>
              <a:gd name="connsiteY134" fmla="*/ 238952 h 4939827"/>
              <a:gd name="connsiteX135" fmla="*/ 4251024 w 12192000"/>
              <a:gd name="connsiteY135" fmla="*/ 240874 h 4939827"/>
              <a:gd name="connsiteX136" fmla="*/ 4355275 w 12192000"/>
              <a:gd name="connsiteY136" fmla="*/ 260205 h 4939827"/>
              <a:gd name="connsiteX137" fmla="*/ 4423807 w 12192000"/>
              <a:gd name="connsiteY137" fmla="*/ 270366 h 4939827"/>
              <a:gd name="connsiteX138" fmla="*/ 4558432 w 12192000"/>
              <a:gd name="connsiteY138" fmla="*/ 269194 h 4939827"/>
              <a:gd name="connsiteX139" fmla="*/ 4635061 w 12192000"/>
              <a:gd name="connsiteY139" fmla="*/ 280682 h 4939827"/>
              <a:gd name="connsiteX140" fmla="*/ 4807427 w 12192000"/>
              <a:gd name="connsiteY140" fmla="*/ 276835 h 4939827"/>
              <a:gd name="connsiteX141" fmla="*/ 5028933 w 12192000"/>
              <a:gd name="connsiteY141" fmla="*/ 183887 h 4939827"/>
              <a:gd name="connsiteX142" fmla="*/ 5093642 w 12192000"/>
              <a:gd name="connsiteY142" fmla="*/ 177214 h 4939827"/>
              <a:gd name="connsiteX143" fmla="*/ 5102642 w 12192000"/>
              <a:gd name="connsiteY143" fmla="*/ 186816 h 4939827"/>
              <a:gd name="connsiteX144" fmla="*/ 5193590 w 12192000"/>
              <a:gd name="connsiteY144" fmla="*/ 156458 h 4939827"/>
              <a:gd name="connsiteX145" fmla="*/ 5323922 w 12192000"/>
              <a:gd name="connsiteY145" fmla="*/ 146332 h 4939827"/>
              <a:gd name="connsiteX146" fmla="*/ 5421860 w 12192000"/>
              <a:gd name="connsiteY146" fmla="*/ 167298 h 4939827"/>
              <a:gd name="connsiteX147" fmla="*/ 5476948 w 12192000"/>
              <a:gd name="connsiteY147" fmla="*/ 173249 h 4939827"/>
              <a:gd name="connsiteX148" fmla="*/ 5516842 w 12192000"/>
              <a:gd name="connsiteY148" fmla="*/ 184018 h 4939827"/>
              <a:gd name="connsiteX149" fmla="*/ 5619415 w 12192000"/>
              <a:gd name="connsiteY149" fmla="*/ 176781 h 4939827"/>
              <a:gd name="connsiteX150" fmla="*/ 5789867 w 12192000"/>
              <a:gd name="connsiteY150" fmla="*/ 150304 h 4939827"/>
              <a:gd name="connsiteX151" fmla="*/ 5825953 w 12192000"/>
              <a:gd name="connsiteY151" fmla="*/ 147907 h 4939827"/>
              <a:gd name="connsiteX152" fmla="*/ 5856168 w 12192000"/>
              <a:gd name="connsiteY152" fmla="*/ 158719 h 4939827"/>
              <a:gd name="connsiteX153" fmla="*/ 5862476 w 12192000"/>
              <a:gd name="connsiteY153" fmla="*/ 172447 h 4939827"/>
              <a:gd name="connsiteX154" fmla="*/ 5882195 w 12192000"/>
              <a:gd name="connsiteY154" fmla="*/ 173195 h 4939827"/>
              <a:gd name="connsiteX155" fmla="*/ 5887271 w 12192000"/>
              <a:gd name="connsiteY155" fmla="*/ 176084 h 4939827"/>
              <a:gd name="connsiteX156" fmla="*/ 5921577 w 12192000"/>
              <a:gd name="connsiteY156" fmla="*/ 169858 h 4939827"/>
              <a:gd name="connsiteX157" fmla="*/ 5983240 w 12192000"/>
              <a:gd name="connsiteY157" fmla="*/ 152755 h 4939827"/>
              <a:gd name="connsiteX158" fmla="*/ 6152287 w 12192000"/>
              <a:gd name="connsiteY158" fmla="*/ 116736 h 4939827"/>
              <a:gd name="connsiteX159" fmla="*/ 6415830 w 12192000"/>
              <a:gd name="connsiteY159" fmla="*/ 136006 h 4939827"/>
              <a:gd name="connsiteX160" fmla="*/ 6756965 w 12192000"/>
              <a:gd name="connsiteY160" fmla="*/ 57636 h 4939827"/>
              <a:gd name="connsiteX161" fmla="*/ 6819400 w 12192000"/>
              <a:gd name="connsiteY161" fmla="*/ 30742 h 4939827"/>
              <a:gd name="connsiteX162" fmla="*/ 6986370 w 12192000"/>
              <a:gd name="connsiteY162" fmla="*/ 12659 h 4939827"/>
              <a:gd name="connsiteX163" fmla="*/ 6989536 w 12192000"/>
              <a:gd name="connsiteY163" fmla="*/ 14528 h 4939827"/>
              <a:gd name="connsiteX164" fmla="*/ 7015933 w 12192000"/>
              <a:gd name="connsiteY164" fmla="*/ 9653 h 4939827"/>
              <a:gd name="connsiteX165" fmla="*/ 7020592 w 12192000"/>
              <a:gd name="connsiteY165" fmla="*/ 1651 h 4939827"/>
              <a:gd name="connsiteX166" fmla="*/ 7025905 w 12192000"/>
              <a:gd name="connsiteY166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52584 w 12192000"/>
              <a:gd name="connsiteY17" fmla="*/ 170181 h 4939827"/>
              <a:gd name="connsiteX18" fmla="*/ 8009534 w 12192000"/>
              <a:gd name="connsiteY18" fmla="*/ 176441 h 4939827"/>
              <a:gd name="connsiteX19" fmla="*/ 8058681 w 12192000"/>
              <a:gd name="connsiteY19" fmla="*/ 219431 h 4939827"/>
              <a:gd name="connsiteX20" fmla="*/ 8126175 w 12192000"/>
              <a:gd name="connsiteY20" fmla="*/ 240005 h 4939827"/>
              <a:gd name="connsiteX21" fmla="*/ 8166439 w 12192000"/>
              <a:gd name="connsiteY21" fmla="*/ 252699 h 4939827"/>
              <a:gd name="connsiteX22" fmla="*/ 8281371 w 12192000"/>
              <a:gd name="connsiteY22" fmla="*/ 256875 h 4939827"/>
              <a:gd name="connsiteX23" fmla="*/ 8381609 w 12192000"/>
              <a:gd name="connsiteY23" fmla="*/ 240618 h 4939827"/>
              <a:gd name="connsiteX24" fmla="*/ 8406759 w 12192000"/>
              <a:gd name="connsiteY24" fmla="*/ 232517 h 4939827"/>
              <a:gd name="connsiteX25" fmla="*/ 8426506 w 12192000"/>
              <a:gd name="connsiteY25" fmla="*/ 241842 h 4939827"/>
              <a:gd name="connsiteX26" fmla="*/ 8427949 w 12192000"/>
              <a:gd name="connsiteY26" fmla="*/ 240981 h 4939827"/>
              <a:gd name="connsiteX27" fmla="*/ 8441468 w 12192000"/>
              <a:gd name="connsiteY27" fmla="*/ 241157 h 4939827"/>
              <a:gd name="connsiteX28" fmla="*/ 8565757 w 12192000"/>
              <a:gd name="connsiteY28" fmla="*/ 255317 h 4939827"/>
              <a:gd name="connsiteX29" fmla="*/ 8573171 w 12192000"/>
              <a:gd name="connsiteY29" fmla="*/ 258426 h 4939827"/>
              <a:gd name="connsiteX30" fmla="*/ 8573548 w 12192000"/>
              <a:gd name="connsiteY30" fmla="*/ 258241 h 4939827"/>
              <a:gd name="connsiteX31" fmla="*/ 8581827 w 12192000"/>
              <a:gd name="connsiteY31" fmla="*/ 261028 h 4939827"/>
              <a:gd name="connsiteX32" fmla="*/ 8586687 w 12192000"/>
              <a:gd name="connsiteY32" fmla="*/ 264089 h 4939827"/>
              <a:gd name="connsiteX33" fmla="*/ 8601067 w 12192000"/>
              <a:gd name="connsiteY33" fmla="*/ 270114 h 4939827"/>
              <a:gd name="connsiteX34" fmla="*/ 8672650 w 12192000"/>
              <a:gd name="connsiteY34" fmla="*/ 254821 h 4939827"/>
              <a:gd name="connsiteX35" fmla="*/ 8785543 w 12192000"/>
              <a:gd name="connsiteY35" fmla="*/ 263406 h 4939827"/>
              <a:gd name="connsiteX36" fmla="*/ 8830588 w 12192000"/>
              <a:gd name="connsiteY36" fmla="*/ 265483 h 4939827"/>
              <a:gd name="connsiteX37" fmla="*/ 8905142 w 12192000"/>
              <a:gd name="connsiteY37" fmla="*/ 264958 h 4939827"/>
              <a:gd name="connsiteX38" fmla="*/ 8968582 w 12192000"/>
              <a:gd name="connsiteY38" fmla="*/ 262728 h 4939827"/>
              <a:gd name="connsiteX39" fmla="*/ 8972994 w 12192000"/>
              <a:gd name="connsiteY39" fmla="*/ 263284 h 4939827"/>
              <a:gd name="connsiteX40" fmla="*/ 9004605 w 12192000"/>
              <a:gd name="connsiteY40" fmla="*/ 258041 h 4939827"/>
              <a:gd name="connsiteX41" fmla="*/ 9016165 w 12192000"/>
              <a:gd name="connsiteY41" fmla="*/ 261258 h 4939827"/>
              <a:gd name="connsiteX42" fmla="*/ 9043297 w 12192000"/>
              <a:gd name="connsiteY42" fmla="*/ 281547 h 4939827"/>
              <a:gd name="connsiteX43" fmla="*/ 9048315 w 12192000"/>
              <a:gd name="connsiteY43" fmla="*/ 279264 h 4939827"/>
              <a:gd name="connsiteX44" fmla="*/ 9054706 w 12192000"/>
              <a:gd name="connsiteY44" fmla="*/ 278538 h 4939827"/>
              <a:gd name="connsiteX45" fmla="*/ 9070919 w 12192000"/>
              <a:gd name="connsiteY45" fmla="*/ 281810 h 4939827"/>
              <a:gd name="connsiteX46" fmla="*/ 9076813 w 12192000"/>
              <a:gd name="connsiteY46" fmla="*/ 283909 h 4939827"/>
              <a:gd name="connsiteX47" fmla="*/ 9085871 w 12192000"/>
              <a:gd name="connsiteY47" fmla="*/ 285133 h 4939827"/>
              <a:gd name="connsiteX48" fmla="*/ 9086159 w 12192000"/>
              <a:gd name="connsiteY48" fmla="*/ 284887 h 4939827"/>
              <a:gd name="connsiteX49" fmla="*/ 9134606 w 12192000"/>
              <a:gd name="connsiteY49" fmla="*/ 288168 h 4939827"/>
              <a:gd name="connsiteX50" fmla="*/ 9195590 w 12192000"/>
              <a:gd name="connsiteY50" fmla="*/ 279568 h 4939827"/>
              <a:gd name="connsiteX51" fmla="*/ 9219336 w 12192000"/>
              <a:gd name="connsiteY51" fmla="*/ 278133 h 4939827"/>
              <a:gd name="connsiteX52" fmla="*/ 9232362 w 12192000"/>
              <a:gd name="connsiteY52" fmla="*/ 275894 h 4939827"/>
              <a:gd name="connsiteX53" fmla="*/ 9233396 w 12192000"/>
              <a:gd name="connsiteY53" fmla="*/ 274803 h 4939827"/>
              <a:gd name="connsiteX54" fmla="*/ 9256213 w 12192000"/>
              <a:gd name="connsiteY54" fmla="*/ 281576 h 4939827"/>
              <a:gd name="connsiteX55" fmla="*/ 9262377 w 12192000"/>
              <a:gd name="connsiteY55" fmla="*/ 286635 h 4939827"/>
              <a:gd name="connsiteX56" fmla="*/ 9287089 w 12192000"/>
              <a:gd name="connsiteY56" fmla="*/ 303891 h 4939827"/>
              <a:gd name="connsiteX57" fmla="*/ 9371484 w 12192000"/>
              <a:gd name="connsiteY57" fmla="*/ 329634 h 4939827"/>
              <a:gd name="connsiteX58" fmla="*/ 9404829 w 12192000"/>
              <a:gd name="connsiteY58" fmla="*/ 339038 h 4939827"/>
              <a:gd name="connsiteX59" fmla="*/ 9427021 w 12192000"/>
              <a:gd name="connsiteY59" fmla="*/ 358784 h 4939827"/>
              <a:gd name="connsiteX60" fmla="*/ 9670844 w 12192000"/>
              <a:gd name="connsiteY60" fmla="*/ 405128 h 4939827"/>
              <a:gd name="connsiteX61" fmla="*/ 9816083 w 12192000"/>
              <a:gd name="connsiteY61" fmla="*/ 416573 h 4939827"/>
              <a:gd name="connsiteX62" fmla="*/ 9936741 w 12192000"/>
              <a:gd name="connsiteY62" fmla="*/ 437044 h 4939827"/>
              <a:gd name="connsiteX63" fmla="*/ 10050093 w 12192000"/>
              <a:gd name="connsiteY63" fmla="*/ 443783 h 4939827"/>
              <a:gd name="connsiteX64" fmla="*/ 10130090 w 12192000"/>
              <a:gd name="connsiteY64" fmla="*/ 459520 h 4939827"/>
              <a:gd name="connsiteX65" fmla="*/ 10173456 w 12192000"/>
              <a:gd name="connsiteY65" fmla="*/ 457749 h 4939827"/>
              <a:gd name="connsiteX66" fmla="*/ 10218232 w 12192000"/>
              <a:gd name="connsiteY66" fmla="*/ 459820 h 4939827"/>
              <a:gd name="connsiteX67" fmla="*/ 10354176 w 12192000"/>
              <a:gd name="connsiteY67" fmla="*/ 471377 h 4939827"/>
              <a:gd name="connsiteX68" fmla="*/ 10430681 w 12192000"/>
              <a:gd name="connsiteY68" fmla="*/ 481226 h 4939827"/>
              <a:gd name="connsiteX69" fmla="*/ 10478169 w 12192000"/>
              <a:gd name="connsiteY69" fmla="*/ 481774 h 4939827"/>
              <a:gd name="connsiteX70" fmla="*/ 10540907 w 12192000"/>
              <a:gd name="connsiteY70" fmla="*/ 485607 h 4939827"/>
              <a:gd name="connsiteX71" fmla="*/ 10614941 w 12192000"/>
              <a:gd name="connsiteY71" fmla="*/ 487592 h 4939827"/>
              <a:gd name="connsiteX72" fmla="*/ 10674098 w 12192000"/>
              <a:gd name="connsiteY72" fmla="*/ 521656 h 4939827"/>
              <a:gd name="connsiteX73" fmla="*/ 10874834 w 12192000"/>
              <a:gd name="connsiteY73" fmla="*/ 574867 h 4939827"/>
              <a:gd name="connsiteX74" fmla="*/ 10944981 w 12192000"/>
              <a:gd name="connsiteY74" fmla="*/ 615042 h 4939827"/>
              <a:gd name="connsiteX75" fmla="*/ 11006376 w 12192000"/>
              <a:gd name="connsiteY75" fmla="*/ 645957 h 4939827"/>
              <a:gd name="connsiteX76" fmla="*/ 11076308 w 12192000"/>
              <a:gd name="connsiteY76" fmla="*/ 675698 h 4939827"/>
              <a:gd name="connsiteX77" fmla="*/ 11148789 w 12192000"/>
              <a:gd name="connsiteY77" fmla="*/ 685041 h 4939827"/>
              <a:gd name="connsiteX78" fmla="*/ 11249129 w 12192000"/>
              <a:gd name="connsiteY78" fmla="*/ 684218 h 4939827"/>
              <a:gd name="connsiteX79" fmla="*/ 11299915 w 12192000"/>
              <a:gd name="connsiteY79" fmla="*/ 692177 h 4939827"/>
              <a:gd name="connsiteX80" fmla="*/ 11386973 w 12192000"/>
              <a:gd name="connsiteY80" fmla="*/ 708209 h 4939827"/>
              <a:gd name="connsiteX81" fmla="*/ 11500105 w 12192000"/>
              <a:gd name="connsiteY81" fmla="*/ 735014 h 4939827"/>
              <a:gd name="connsiteX82" fmla="*/ 11621735 w 12192000"/>
              <a:gd name="connsiteY82" fmla="*/ 789584 h 4939827"/>
              <a:gd name="connsiteX83" fmla="*/ 11691200 w 12192000"/>
              <a:gd name="connsiteY83" fmla="*/ 867902 h 4939827"/>
              <a:gd name="connsiteX84" fmla="*/ 11819427 w 12192000"/>
              <a:gd name="connsiteY84" fmla="*/ 911634 h 4939827"/>
              <a:gd name="connsiteX85" fmla="*/ 11969720 w 12192000"/>
              <a:gd name="connsiteY85" fmla="*/ 964737 h 4939827"/>
              <a:gd name="connsiteX86" fmla="*/ 12055766 w 12192000"/>
              <a:gd name="connsiteY86" fmla="*/ 991268 h 4939827"/>
              <a:gd name="connsiteX87" fmla="*/ 12171539 w 12192000"/>
              <a:gd name="connsiteY87" fmla="*/ 995427 h 4939827"/>
              <a:gd name="connsiteX88" fmla="*/ 12187831 w 12192000"/>
              <a:gd name="connsiteY88" fmla="*/ 996580 h 4939827"/>
              <a:gd name="connsiteX89" fmla="*/ 12192000 w 12192000"/>
              <a:gd name="connsiteY89" fmla="*/ 996726 h 4939827"/>
              <a:gd name="connsiteX90" fmla="*/ 12192000 w 12192000"/>
              <a:gd name="connsiteY90" fmla="*/ 4939827 h 4939827"/>
              <a:gd name="connsiteX91" fmla="*/ 0 w 12192000"/>
              <a:gd name="connsiteY91" fmla="*/ 4939827 h 4939827"/>
              <a:gd name="connsiteX92" fmla="*/ 0 w 12192000"/>
              <a:gd name="connsiteY92" fmla="*/ 512043 h 4939827"/>
              <a:gd name="connsiteX93" fmla="*/ 7381 w 12192000"/>
              <a:gd name="connsiteY93" fmla="*/ 512580 h 4939827"/>
              <a:gd name="connsiteX94" fmla="*/ 100029 w 12192000"/>
              <a:gd name="connsiteY94" fmla="*/ 504758 h 4939827"/>
              <a:gd name="connsiteX95" fmla="*/ 155244 w 12192000"/>
              <a:gd name="connsiteY95" fmla="*/ 525130 h 4939827"/>
              <a:gd name="connsiteX96" fmla="*/ 254366 w 12192000"/>
              <a:gd name="connsiteY96" fmla="*/ 534449 h 4939827"/>
              <a:gd name="connsiteX97" fmla="*/ 447292 w 12192000"/>
              <a:gd name="connsiteY97" fmla="*/ 542725 h 4939827"/>
              <a:gd name="connsiteX98" fmla="*/ 628105 w 12192000"/>
              <a:gd name="connsiteY98" fmla="*/ 547853 h 4939827"/>
              <a:gd name="connsiteX99" fmla="*/ 783146 w 12192000"/>
              <a:gd name="connsiteY99" fmla="*/ 591799 h 4939827"/>
              <a:gd name="connsiteX100" fmla="*/ 1043676 w 12192000"/>
              <a:gd name="connsiteY100" fmla="*/ 591887 h 4939827"/>
              <a:gd name="connsiteX101" fmla="*/ 1281816 w 12192000"/>
              <a:gd name="connsiteY101" fmla="*/ 520946 h 4939827"/>
              <a:gd name="connsiteX102" fmla="*/ 1486347 w 12192000"/>
              <a:gd name="connsiteY102" fmla="*/ 487310 h 4939827"/>
              <a:gd name="connsiteX103" fmla="*/ 1568079 w 12192000"/>
              <a:gd name="connsiteY103" fmla="*/ 462531 h 4939827"/>
              <a:gd name="connsiteX104" fmla="*/ 1622516 w 12192000"/>
              <a:gd name="connsiteY104" fmla="*/ 466058 h 4939827"/>
              <a:gd name="connsiteX105" fmla="*/ 1655457 w 12192000"/>
              <a:gd name="connsiteY105" fmla="*/ 465359 h 4939827"/>
              <a:gd name="connsiteX106" fmla="*/ 1717454 w 12192000"/>
              <a:gd name="connsiteY106" fmla="*/ 417203 h 4939827"/>
              <a:gd name="connsiteX107" fmla="*/ 1913794 w 12192000"/>
              <a:gd name="connsiteY107" fmla="*/ 365255 h 4939827"/>
              <a:gd name="connsiteX108" fmla="*/ 2129762 w 12192000"/>
              <a:gd name="connsiteY108" fmla="*/ 367832 h 4939827"/>
              <a:gd name="connsiteX109" fmla="*/ 2376970 w 12192000"/>
              <a:gd name="connsiteY109" fmla="*/ 350129 h 4939827"/>
              <a:gd name="connsiteX110" fmla="*/ 2480155 w 12192000"/>
              <a:gd name="connsiteY110" fmla="*/ 359227 h 4939827"/>
              <a:gd name="connsiteX111" fmla="*/ 2586782 w 12192000"/>
              <a:gd name="connsiteY111" fmla="*/ 339352 h 4939827"/>
              <a:gd name="connsiteX112" fmla="*/ 2679617 w 12192000"/>
              <a:gd name="connsiteY112" fmla="*/ 305383 h 4939827"/>
              <a:gd name="connsiteX113" fmla="*/ 2788947 w 12192000"/>
              <a:gd name="connsiteY113" fmla="*/ 250375 h 4939827"/>
              <a:gd name="connsiteX114" fmla="*/ 2965530 w 12192000"/>
              <a:gd name="connsiteY114" fmla="*/ 245958 h 4939827"/>
              <a:gd name="connsiteX115" fmla="*/ 3103677 w 12192000"/>
              <a:gd name="connsiteY115" fmla="*/ 209527 h 4939827"/>
              <a:gd name="connsiteX116" fmla="*/ 3126759 w 12192000"/>
              <a:gd name="connsiteY116" fmla="*/ 211226 h 4939827"/>
              <a:gd name="connsiteX117" fmla="*/ 3164020 w 12192000"/>
              <a:gd name="connsiteY117" fmla="*/ 212779 h 4939827"/>
              <a:gd name="connsiteX118" fmla="*/ 3285019 w 12192000"/>
              <a:gd name="connsiteY118" fmla="*/ 220535 h 4939827"/>
              <a:gd name="connsiteX119" fmla="*/ 3365154 w 12192000"/>
              <a:gd name="connsiteY119" fmla="*/ 226416 h 4939827"/>
              <a:gd name="connsiteX120" fmla="*/ 3367507 w 12192000"/>
              <a:gd name="connsiteY120" fmla="*/ 225416 h 4939827"/>
              <a:gd name="connsiteX121" fmla="*/ 3387567 w 12192000"/>
              <a:gd name="connsiteY121" fmla="*/ 227103 h 4939827"/>
              <a:gd name="connsiteX122" fmla="*/ 3498001 w 12192000"/>
              <a:gd name="connsiteY122" fmla="*/ 231941 h 4939827"/>
              <a:gd name="connsiteX123" fmla="*/ 3561557 w 12192000"/>
              <a:gd name="connsiteY123" fmla="*/ 228095 h 4939827"/>
              <a:gd name="connsiteX124" fmla="*/ 3611920 w 12192000"/>
              <a:gd name="connsiteY124" fmla="*/ 218094 h 4939827"/>
              <a:gd name="connsiteX125" fmla="*/ 3620528 w 12192000"/>
              <a:gd name="connsiteY125" fmla="*/ 218788 h 4939827"/>
              <a:gd name="connsiteX126" fmla="*/ 3620766 w 12192000"/>
              <a:gd name="connsiteY126" fmla="*/ 218511 h 4939827"/>
              <a:gd name="connsiteX127" fmla="*/ 3629977 w 12192000"/>
              <a:gd name="connsiteY127" fmla="*/ 218664 h 4939827"/>
              <a:gd name="connsiteX128" fmla="*/ 3636217 w 12192000"/>
              <a:gd name="connsiteY128" fmla="*/ 220048 h 4939827"/>
              <a:gd name="connsiteX129" fmla="*/ 3709484 w 12192000"/>
              <a:gd name="connsiteY129" fmla="*/ 186927 h 4939827"/>
              <a:gd name="connsiteX130" fmla="*/ 3761342 w 12192000"/>
              <a:gd name="connsiteY130" fmla="*/ 177474 h 4939827"/>
              <a:gd name="connsiteX131" fmla="*/ 3799748 w 12192000"/>
              <a:gd name="connsiteY131" fmla="*/ 167154 h 4939827"/>
              <a:gd name="connsiteX132" fmla="*/ 3922756 w 12192000"/>
              <a:gd name="connsiteY132" fmla="*/ 194044 h 4939827"/>
              <a:gd name="connsiteX133" fmla="*/ 4028476 w 12192000"/>
              <a:gd name="connsiteY133" fmla="*/ 223679 h 4939827"/>
              <a:gd name="connsiteX134" fmla="*/ 4191582 w 12192000"/>
              <a:gd name="connsiteY134" fmla="*/ 238952 h 4939827"/>
              <a:gd name="connsiteX135" fmla="*/ 4251024 w 12192000"/>
              <a:gd name="connsiteY135" fmla="*/ 240874 h 4939827"/>
              <a:gd name="connsiteX136" fmla="*/ 4355275 w 12192000"/>
              <a:gd name="connsiteY136" fmla="*/ 260205 h 4939827"/>
              <a:gd name="connsiteX137" fmla="*/ 4423807 w 12192000"/>
              <a:gd name="connsiteY137" fmla="*/ 270366 h 4939827"/>
              <a:gd name="connsiteX138" fmla="*/ 4558432 w 12192000"/>
              <a:gd name="connsiteY138" fmla="*/ 269194 h 4939827"/>
              <a:gd name="connsiteX139" fmla="*/ 4635061 w 12192000"/>
              <a:gd name="connsiteY139" fmla="*/ 280682 h 4939827"/>
              <a:gd name="connsiteX140" fmla="*/ 4807427 w 12192000"/>
              <a:gd name="connsiteY140" fmla="*/ 276835 h 4939827"/>
              <a:gd name="connsiteX141" fmla="*/ 5028933 w 12192000"/>
              <a:gd name="connsiteY141" fmla="*/ 183887 h 4939827"/>
              <a:gd name="connsiteX142" fmla="*/ 5093642 w 12192000"/>
              <a:gd name="connsiteY142" fmla="*/ 177214 h 4939827"/>
              <a:gd name="connsiteX143" fmla="*/ 5102642 w 12192000"/>
              <a:gd name="connsiteY143" fmla="*/ 186816 h 4939827"/>
              <a:gd name="connsiteX144" fmla="*/ 5193590 w 12192000"/>
              <a:gd name="connsiteY144" fmla="*/ 156458 h 4939827"/>
              <a:gd name="connsiteX145" fmla="*/ 5323922 w 12192000"/>
              <a:gd name="connsiteY145" fmla="*/ 146332 h 4939827"/>
              <a:gd name="connsiteX146" fmla="*/ 5421860 w 12192000"/>
              <a:gd name="connsiteY146" fmla="*/ 167298 h 4939827"/>
              <a:gd name="connsiteX147" fmla="*/ 5476948 w 12192000"/>
              <a:gd name="connsiteY147" fmla="*/ 173249 h 4939827"/>
              <a:gd name="connsiteX148" fmla="*/ 5516842 w 12192000"/>
              <a:gd name="connsiteY148" fmla="*/ 184018 h 4939827"/>
              <a:gd name="connsiteX149" fmla="*/ 5619415 w 12192000"/>
              <a:gd name="connsiteY149" fmla="*/ 176781 h 4939827"/>
              <a:gd name="connsiteX150" fmla="*/ 5789867 w 12192000"/>
              <a:gd name="connsiteY150" fmla="*/ 150304 h 4939827"/>
              <a:gd name="connsiteX151" fmla="*/ 5825953 w 12192000"/>
              <a:gd name="connsiteY151" fmla="*/ 147907 h 4939827"/>
              <a:gd name="connsiteX152" fmla="*/ 5856168 w 12192000"/>
              <a:gd name="connsiteY152" fmla="*/ 158719 h 4939827"/>
              <a:gd name="connsiteX153" fmla="*/ 5862476 w 12192000"/>
              <a:gd name="connsiteY153" fmla="*/ 172447 h 4939827"/>
              <a:gd name="connsiteX154" fmla="*/ 5882195 w 12192000"/>
              <a:gd name="connsiteY154" fmla="*/ 173195 h 4939827"/>
              <a:gd name="connsiteX155" fmla="*/ 5887271 w 12192000"/>
              <a:gd name="connsiteY155" fmla="*/ 176084 h 4939827"/>
              <a:gd name="connsiteX156" fmla="*/ 5921577 w 12192000"/>
              <a:gd name="connsiteY156" fmla="*/ 169858 h 4939827"/>
              <a:gd name="connsiteX157" fmla="*/ 5983240 w 12192000"/>
              <a:gd name="connsiteY157" fmla="*/ 152755 h 4939827"/>
              <a:gd name="connsiteX158" fmla="*/ 6152287 w 12192000"/>
              <a:gd name="connsiteY158" fmla="*/ 116736 h 4939827"/>
              <a:gd name="connsiteX159" fmla="*/ 6415830 w 12192000"/>
              <a:gd name="connsiteY159" fmla="*/ 136006 h 4939827"/>
              <a:gd name="connsiteX160" fmla="*/ 6756965 w 12192000"/>
              <a:gd name="connsiteY160" fmla="*/ 57636 h 4939827"/>
              <a:gd name="connsiteX161" fmla="*/ 6819400 w 12192000"/>
              <a:gd name="connsiteY161" fmla="*/ 30742 h 4939827"/>
              <a:gd name="connsiteX162" fmla="*/ 6986370 w 12192000"/>
              <a:gd name="connsiteY162" fmla="*/ 12659 h 4939827"/>
              <a:gd name="connsiteX163" fmla="*/ 6989536 w 12192000"/>
              <a:gd name="connsiteY163" fmla="*/ 14528 h 4939827"/>
              <a:gd name="connsiteX164" fmla="*/ 7015933 w 12192000"/>
              <a:gd name="connsiteY164" fmla="*/ 9653 h 4939827"/>
              <a:gd name="connsiteX165" fmla="*/ 7020592 w 12192000"/>
              <a:gd name="connsiteY165" fmla="*/ 1651 h 4939827"/>
              <a:gd name="connsiteX166" fmla="*/ 7025905 w 12192000"/>
              <a:gd name="connsiteY166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52584 w 12192000"/>
              <a:gd name="connsiteY17" fmla="*/ 170181 h 4939827"/>
              <a:gd name="connsiteX18" fmla="*/ 8009534 w 12192000"/>
              <a:gd name="connsiteY18" fmla="*/ 176441 h 4939827"/>
              <a:gd name="connsiteX19" fmla="*/ 8058681 w 12192000"/>
              <a:gd name="connsiteY19" fmla="*/ 219431 h 4939827"/>
              <a:gd name="connsiteX20" fmla="*/ 8126175 w 12192000"/>
              <a:gd name="connsiteY20" fmla="*/ 240005 h 4939827"/>
              <a:gd name="connsiteX21" fmla="*/ 8166439 w 12192000"/>
              <a:gd name="connsiteY21" fmla="*/ 252699 h 4939827"/>
              <a:gd name="connsiteX22" fmla="*/ 8281371 w 12192000"/>
              <a:gd name="connsiteY22" fmla="*/ 256875 h 4939827"/>
              <a:gd name="connsiteX23" fmla="*/ 8381609 w 12192000"/>
              <a:gd name="connsiteY23" fmla="*/ 240618 h 4939827"/>
              <a:gd name="connsiteX24" fmla="*/ 8406759 w 12192000"/>
              <a:gd name="connsiteY24" fmla="*/ 232517 h 4939827"/>
              <a:gd name="connsiteX25" fmla="*/ 8426506 w 12192000"/>
              <a:gd name="connsiteY25" fmla="*/ 241842 h 4939827"/>
              <a:gd name="connsiteX26" fmla="*/ 8427949 w 12192000"/>
              <a:gd name="connsiteY26" fmla="*/ 240981 h 4939827"/>
              <a:gd name="connsiteX27" fmla="*/ 8441468 w 12192000"/>
              <a:gd name="connsiteY27" fmla="*/ 241157 h 4939827"/>
              <a:gd name="connsiteX28" fmla="*/ 8565757 w 12192000"/>
              <a:gd name="connsiteY28" fmla="*/ 255317 h 4939827"/>
              <a:gd name="connsiteX29" fmla="*/ 8573171 w 12192000"/>
              <a:gd name="connsiteY29" fmla="*/ 258426 h 4939827"/>
              <a:gd name="connsiteX30" fmla="*/ 8573548 w 12192000"/>
              <a:gd name="connsiteY30" fmla="*/ 258241 h 4939827"/>
              <a:gd name="connsiteX31" fmla="*/ 8581827 w 12192000"/>
              <a:gd name="connsiteY31" fmla="*/ 261028 h 4939827"/>
              <a:gd name="connsiteX32" fmla="*/ 8586687 w 12192000"/>
              <a:gd name="connsiteY32" fmla="*/ 264089 h 4939827"/>
              <a:gd name="connsiteX33" fmla="*/ 8601067 w 12192000"/>
              <a:gd name="connsiteY33" fmla="*/ 270114 h 4939827"/>
              <a:gd name="connsiteX34" fmla="*/ 8672650 w 12192000"/>
              <a:gd name="connsiteY34" fmla="*/ 254821 h 4939827"/>
              <a:gd name="connsiteX35" fmla="*/ 8785543 w 12192000"/>
              <a:gd name="connsiteY35" fmla="*/ 263406 h 4939827"/>
              <a:gd name="connsiteX36" fmla="*/ 8830588 w 12192000"/>
              <a:gd name="connsiteY36" fmla="*/ 265483 h 4939827"/>
              <a:gd name="connsiteX37" fmla="*/ 8905142 w 12192000"/>
              <a:gd name="connsiteY37" fmla="*/ 264958 h 4939827"/>
              <a:gd name="connsiteX38" fmla="*/ 8968582 w 12192000"/>
              <a:gd name="connsiteY38" fmla="*/ 262728 h 4939827"/>
              <a:gd name="connsiteX39" fmla="*/ 8972994 w 12192000"/>
              <a:gd name="connsiteY39" fmla="*/ 263284 h 4939827"/>
              <a:gd name="connsiteX40" fmla="*/ 9004605 w 12192000"/>
              <a:gd name="connsiteY40" fmla="*/ 258041 h 4939827"/>
              <a:gd name="connsiteX41" fmla="*/ 9016165 w 12192000"/>
              <a:gd name="connsiteY41" fmla="*/ 261258 h 4939827"/>
              <a:gd name="connsiteX42" fmla="*/ 9043297 w 12192000"/>
              <a:gd name="connsiteY42" fmla="*/ 281547 h 4939827"/>
              <a:gd name="connsiteX43" fmla="*/ 9048315 w 12192000"/>
              <a:gd name="connsiteY43" fmla="*/ 279264 h 4939827"/>
              <a:gd name="connsiteX44" fmla="*/ 9054706 w 12192000"/>
              <a:gd name="connsiteY44" fmla="*/ 278538 h 4939827"/>
              <a:gd name="connsiteX45" fmla="*/ 9070919 w 12192000"/>
              <a:gd name="connsiteY45" fmla="*/ 281810 h 4939827"/>
              <a:gd name="connsiteX46" fmla="*/ 9076813 w 12192000"/>
              <a:gd name="connsiteY46" fmla="*/ 283909 h 4939827"/>
              <a:gd name="connsiteX47" fmla="*/ 9085871 w 12192000"/>
              <a:gd name="connsiteY47" fmla="*/ 285133 h 4939827"/>
              <a:gd name="connsiteX48" fmla="*/ 9086159 w 12192000"/>
              <a:gd name="connsiteY48" fmla="*/ 284887 h 4939827"/>
              <a:gd name="connsiteX49" fmla="*/ 9134606 w 12192000"/>
              <a:gd name="connsiteY49" fmla="*/ 288168 h 4939827"/>
              <a:gd name="connsiteX50" fmla="*/ 9195590 w 12192000"/>
              <a:gd name="connsiteY50" fmla="*/ 279568 h 4939827"/>
              <a:gd name="connsiteX51" fmla="*/ 9219336 w 12192000"/>
              <a:gd name="connsiteY51" fmla="*/ 278133 h 4939827"/>
              <a:gd name="connsiteX52" fmla="*/ 9232362 w 12192000"/>
              <a:gd name="connsiteY52" fmla="*/ 275894 h 4939827"/>
              <a:gd name="connsiteX53" fmla="*/ 9233396 w 12192000"/>
              <a:gd name="connsiteY53" fmla="*/ 274803 h 4939827"/>
              <a:gd name="connsiteX54" fmla="*/ 9256213 w 12192000"/>
              <a:gd name="connsiteY54" fmla="*/ 281576 h 4939827"/>
              <a:gd name="connsiteX55" fmla="*/ 9262377 w 12192000"/>
              <a:gd name="connsiteY55" fmla="*/ 286635 h 4939827"/>
              <a:gd name="connsiteX56" fmla="*/ 9287089 w 12192000"/>
              <a:gd name="connsiteY56" fmla="*/ 303891 h 4939827"/>
              <a:gd name="connsiteX57" fmla="*/ 9371484 w 12192000"/>
              <a:gd name="connsiteY57" fmla="*/ 329634 h 4939827"/>
              <a:gd name="connsiteX58" fmla="*/ 9404829 w 12192000"/>
              <a:gd name="connsiteY58" fmla="*/ 339038 h 4939827"/>
              <a:gd name="connsiteX59" fmla="*/ 9427021 w 12192000"/>
              <a:gd name="connsiteY59" fmla="*/ 358784 h 4939827"/>
              <a:gd name="connsiteX60" fmla="*/ 9670844 w 12192000"/>
              <a:gd name="connsiteY60" fmla="*/ 405128 h 4939827"/>
              <a:gd name="connsiteX61" fmla="*/ 9816083 w 12192000"/>
              <a:gd name="connsiteY61" fmla="*/ 416573 h 4939827"/>
              <a:gd name="connsiteX62" fmla="*/ 9936741 w 12192000"/>
              <a:gd name="connsiteY62" fmla="*/ 437044 h 4939827"/>
              <a:gd name="connsiteX63" fmla="*/ 10050093 w 12192000"/>
              <a:gd name="connsiteY63" fmla="*/ 443783 h 4939827"/>
              <a:gd name="connsiteX64" fmla="*/ 10130090 w 12192000"/>
              <a:gd name="connsiteY64" fmla="*/ 459520 h 4939827"/>
              <a:gd name="connsiteX65" fmla="*/ 10173456 w 12192000"/>
              <a:gd name="connsiteY65" fmla="*/ 457749 h 4939827"/>
              <a:gd name="connsiteX66" fmla="*/ 10218232 w 12192000"/>
              <a:gd name="connsiteY66" fmla="*/ 459820 h 4939827"/>
              <a:gd name="connsiteX67" fmla="*/ 10354176 w 12192000"/>
              <a:gd name="connsiteY67" fmla="*/ 471377 h 4939827"/>
              <a:gd name="connsiteX68" fmla="*/ 10430681 w 12192000"/>
              <a:gd name="connsiteY68" fmla="*/ 481226 h 4939827"/>
              <a:gd name="connsiteX69" fmla="*/ 10478169 w 12192000"/>
              <a:gd name="connsiteY69" fmla="*/ 481774 h 4939827"/>
              <a:gd name="connsiteX70" fmla="*/ 10540907 w 12192000"/>
              <a:gd name="connsiteY70" fmla="*/ 485607 h 4939827"/>
              <a:gd name="connsiteX71" fmla="*/ 10614941 w 12192000"/>
              <a:gd name="connsiteY71" fmla="*/ 487592 h 4939827"/>
              <a:gd name="connsiteX72" fmla="*/ 10674098 w 12192000"/>
              <a:gd name="connsiteY72" fmla="*/ 521656 h 4939827"/>
              <a:gd name="connsiteX73" fmla="*/ 10874834 w 12192000"/>
              <a:gd name="connsiteY73" fmla="*/ 574867 h 4939827"/>
              <a:gd name="connsiteX74" fmla="*/ 10944981 w 12192000"/>
              <a:gd name="connsiteY74" fmla="*/ 615042 h 4939827"/>
              <a:gd name="connsiteX75" fmla="*/ 11006376 w 12192000"/>
              <a:gd name="connsiteY75" fmla="*/ 645957 h 4939827"/>
              <a:gd name="connsiteX76" fmla="*/ 11076308 w 12192000"/>
              <a:gd name="connsiteY76" fmla="*/ 675698 h 4939827"/>
              <a:gd name="connsiteX77" fmla="*/ 11148789 w 12192000"/>
              <a:gd name="connsiteY77" fmla="*/ 685041 h 4939827"/>
              <a:gd name="connsiteX78" fmla="*/ 11249129 w 12192000"/>
              <a:gd name="connsiteY78" fmla="*/ 684218 h 4939827"/>
              <a:gd name="connsiteX79" fmla="*/ 11299915 w 12192000"/>
              <a:gd name="connsiteY79" fmla="*/ 692177 h 4939827"/>
              <a:gd name="connsiteX80" fmla="*/ 11386973 w 12192000"/>
              <a:gd name="connsiteY80" fmla="*/ 708209 h 4939827"/>
              <a:gd name="connsiteX81" fmla="*/ 11500105 w 12192000"/>
              <a:gd name="connsiteY81" fmla="*/ 735014 h 4939827"/>
              <a:gd name="connsiteX82" fmla="*/ 11621735 w 12192000"/>
              <a:gd name="connsiteY82" fmla="*/ 789584 h 4939827"/>
              <a:gd name="connsiteX83" fmla="*/ 11691200 w 12192000"/>
              <a:gd name="connsiteY83" fmla="*/ 867902 h 4939827"/>
              <a:gd name="connsiteX84" fmla="*/ 11819427 w 12192000"/>
              <a:gd name="connsiteY84" fmla="*/ 911634 h 4939827"/>
              <a:gd name="connsiteX85" fmla="*/ 11969720 w 12192000"/>
              <a:gd name="connsiteY85" fmla="*/ 964737 h 4939827"/>
              <a:gd name="connsiteX86" fmla="*/ 12055766 w 12192000"/>
              <a:gd name="connsiteY86" fmla="*/ 991268 h 4939827"/>
              <a:gd name="connsiteX87" fmla="*/ 12171539 w 12192000"/>
              <a:gd name="connsiteY87" fmla="*/ 995427 h 4939827"/>
              <a:gd name="connsiteX88" fmla="*/ 12187831 w 12192000"/>
              <a:gd name="connsiteY88" fmla="*/ 996580 h 4939827"/>
              <a:gd name="connsiteX89" fmla="*/ 12192000 w 12192000"/>
              <a:gd name="connsiteY89" fmla="*/ 996726 h 4939827"/>
              <a:gd name="connsiteX90" fmla="*/ 12192000 w 12192000"/>
              <a:gd name="connsiteY90" fmla="*/ 4939827 h 4939827"/>
              <a:gd name="connsiteX91" fmla="*/ 0 w 12192000"/>
              <a:gd name="connsiteY91" fmla="*/ 4939827 h 4939827"/>
              <a:gd name="connsiteX92" fmla="*/ 0 w 12192000"/>
              <a:gd name="connsiteY92" fmla="*/ 512043 h 4939827"/>
              <a:gd name="connsiteX93" fmla="*/ 7381 w 12192000"/>
              <a:gd name="connsiteY93" fmla="*/ 512580 h 4939827"/>
              <a:gd name="connsiteX94" fmla="*/ 100029 w 12192000"/>
              <a:gd name="connsiteY94" fmla="*/ 504758 h 4939827"/>
              <a:gd name="connsiteX95" fmla="*/ 155244 w 12192000"/>
              <a:gd name="connsiteY95" fmla="*/ 525130 h 4939827"/>
              <a:gd name="connsiteX96" fmla="*/ 254366 w 12192000"/>
              <a:gd name="connsiteY96" fmla="*/ 534449 h 4939827"/>
              <a:gd name="connsiteX97" fmla="*/ 447292 w 12192000"/>
              <a:gd name="connsiteY97" fmla="*/ 542725 h 4939827"/>
              <a:gd name="connsiteX98" fmla="*/ 628105 w 12192000"/>
              <a:gd name="connsiteY98" fmla="*/ 547853 h 4939827"/>
              <a:gd name="connsiteX99" fmla="*/ 783146 w 12192000"/>
              <a:gd name="connsiteY99" fmla="*/ 591799 h 4939827"/>
              <a:gd name="connsiteX100" fmla="*/ 1043676 w 12192000"/>
              <a:gd name="connsiteY100" fmla="*/ 591887 h 4939827"/>
              <a:gd name="connsiteX101" fmla="*/ 1281816 w 12192000"/>
              <a:gd name="connsiteY101" fmla="*/ 520946 h 4939827"/>
              <a:gd name="connsiteX102" fmla="*/ 1486347 w 12192000"/>
              <a:gd name="connsiteY102" fmla="*/ 487310 h 4939827"/>
              <a:gd name="connsiteX103" fmla="*/ 1568079 w 12192000"/>
              <a:gd name="connsiteY103" fmla="*/ 462531 h 4939827"/>
              <a:gd name="connsiteX104" fmla="*/ 1622516 w 12192000"/>
              <a:gd name="connsiteY104" fmla="*/ 466058 h 4939827"/>
              <a:gd name="connsiteX105" fmla="*/ 1655457 w 12192000"/>
              <a:gd name="connsiteY105" fmla="*/ 465359 h 4939827"/>
              <a:gd name="connsiteX106" fmla="*/ 1717454 w 12192000"/>
              <a:gd name="connsiteY106" fmla="*/ 417203 h 4939827"/>
              <a:gd name="connsiteX107" fmla="*/ 1913794 w 12192000"/>
              <a:gd name="connsiteY107" fmla="*/ 365255 h 4939827"/>
              <a:gd name="connsiteX108" fmla="*/ 2129762 w 12192000"/>
              <a:gd name="connsiteY108" fmla="*/ 367832 h 4939827"/>
              <a:gd name="connsiteX109" fmla="*/ 2376970 w 12192000"/>
              <a:gd name="connsiteY109" fmla="*/ 350129 h 4939827"/>
              <a:gd name="connsiteX110" fmla="*/ 2480155 w 12192000"/>
              <a:gd name="connsiteY110" fmla="*/ 359227 h 4939827"/>
              <a:gd name="connsiteX111" fmla="*/ 2586782 w 12192000"/>
              <a:gd name="connsiteY111" fmla="*/ 339352 h 4939827"/>
              <a:gd name="connsiteX112" fmla="*/ 2679617 w 12192000"/>
              <a:gd name="connsiteY112" fmla="*/ 305383 h 4939827"/>
              <a:gd name="connsiteX113" fmla="*/ 2788947 w 12192000"/>
              <a:gd name="connsiteY113" fmla="*/ 250375 h 4939827"/>
              <a:gd name="connsiteX114" fmla="*/ 2965530 w 12192000"/>
              <a:gd name="connsiteY114" fmla="*/ 245958 h 4939827"/>
              <a:gd name="connsiteX115" fmla="*/ 3103677 w 12192000"/>
              <a:gd name="connsiteY115" fmla="*/ 209527 h 4939827"/>
              <a:gd name="connsiteX116" fmla="*/ 3126759 w 12192000"/>
              <a:gd name="connsiteY116" fmla="*/ 211226 h 4939827"/>
              <a:gd name="connsiteX117" fmla="*/ 3164020 w 12192000"/>
              <a:gd name="connsiteY117" fmla="*/ 212779 h 4939827"/>
              <a:gd name="connsiteX118" fmla="*/ 3285019 w 12192000"/>
              <a:gd name="connsiteY118" fmla="*/ 220535 h 4939827"/>
              <a:gd name="connsiteX119" fmla="*/ 3365154 w 12192000"/>
              <a:gd name="connsiteY119" fmla="*/ 226416 h 4939827"/>
              <a:gd name="connsiteX120" fmla="*/ 3367507 w 12192000"/>
              <a:gd name="connsiteY120" fmla="*/ 225416 h 4939827"/>
              <a:gd name="connsiteX121" fmla="*/ 3387567 w 12192000"/>
              <a:gd name="connsiteY121" fmla="*/ 227103 h 4939827"/>
              <a:gd name="connsiteX122" fmla="*/ 3498001 w 12192000"/>
              <a:gd name="connsiteY122" fmla="*/ 231941 h 4939827"/>
              <a:gd name="connsiteX123" fmla="*/ 3561557 w 12192000"/>
              <a:gd name="connsiteY123" fmla="*/ 228095 h 4939827"/>
              <a:gd name="connsiteX124" fmla="*/ 3611920 w 12192000"/>
              <a:gd name="connsiteY124" fmla="*/ 218094 h 4939827"/>
              <a:gd name="connsiteX125" fmla="*/ 3620528 w 12192000"/>
              <a:gd name="connsiteY125" fmla="*/ 218788 h 4939827"/>
              <a:gd name="connsiteX126" fmla="*/ 3620766 w 12192000"/>
              <a:gd name="connsiteY126" fmla="*/ 218511 h 4939827"/>
              <a:gd name="connsiteX127" fmla="*/ 3629977 w 12192000"/>
              <a:gd name="connsiteY127" fmla="*/ 218664 h 4939827"/>
              <a:gd name="connsiteX128" fmla="*/ 3636217 w 12192000"/>
              <a:gd name="connsiteY128" fmla="*/ 220048 h 4939827"/>
              <a:gd name="connsiteX129" fmla="*/ 3709484 w 12192000"/>
              <a:gd name="connsiteY129" fmla="*/ 186927 h 4939827"/>
              <a:gd name="connsiteX130" fmla="*/ 3761342 w 12192000"/>
              <a:gd name="connsiteY130" fmla="*/ 177474 h 4939827"/>
              <a:gd name="connsiteX131" fmla="*/ 3799748 w 12192000"/>
              <a:gd name="connsiteY131" fmla="*/ 167154 h 4939827"/>
              <a:gd name="connsiteX132" fmla="*/ 3922756 w 12192000"/>
              <a:gd name="connsiteY132" fmla="*/ 194044 h 4939827"/>
              <a:gd name="connsiteX133" fmla="*/ 4028476 w 12192000"/>
              <a:gd name="connsiteY133" fmla="*/ 223679 h 4939827"/>
              <a:gd name="connsiteX134" fmla="*/ 4191582 w 12192000"/>
              <a:gd name="connsiteY134" fmla="*/ 238952 h 4939827"/>
              <a:gd name="connsiteX135" fmla="*/ 4251024 w 12192000"/>
              <a:gd name="connsiteY135" fmla="*/ 240874 h 4939827"/>
              <a:gd name="connsiteX136" fmla="*/ 4355275 w 12192000"/>
              <a:gd name="connsiteY136" fmla="*/ 260205 h 4939827"/>
              <a:gd name="connsiteX137" fmla="*/ 4423807 w 12192000"/>
              <a:gd name="connsiteY137" fmla="*/ 270366 h 4939827"/>
              <a:gd name="connsiteX138" fmla="*/ 4558432 w 12192000"/>
              <a:gd name="connsiteY138" fmla="*/ 269194 h 4939827"/>
              <a:gd name="connsiteX139" fmla="*/ 4635061 w 12192000"/>
              <a:gd name="connsiteY139" fmla="*/ 280682 h 4939827"/>
              <a:gd name="connsiteX140" fmla="*/ 4807427 w 12192000"/>
              <a:gd name="connsiteY140" fmla="*/ 276835 h 4939827"/>
              <a:gd name="connsiteX141" fmla="*/ 5028933 w 12192000"/>
              <a:gd name="connsiteY141" fmla="*/ 183887 h 4939827"/>
              <a:gd name="connsiteX142" fmla="*/ 5093642 w 12192000"/>
              <a:gd name="connsiteY142" fmla="*/ 177214 h 4939827"/>
              <a:gd name="connsiteX143" fmla="*/ 5102642 w 12192000"/>
              <a:gd name="connsiteY143" fmla="*/ 186816 h 4939827"/>
              <a:gd name="connsiteX144" fmla="*/ 5193590 w 12192000"/>
              <a:gd name="connsiteY144" fmla="*/ 156458 h 4939827"/>
              <a:gd name="connsiteX145" fmla="*/ 5323922 w 12192000"/>
              <a:gd name="connsiteY145" fmla="*/ 146332 h 4939827"/>
              <a:gd name="connsiteX146" fmla="*/ 5421860 w 12192000"/>
              <a:gd name="connsiteY146" fmla="*/ 167298 h 4939827"/>
              <a:gd name="connsiteX147" fmla="*/ 5476948 w 12192000"/>
              <a:gd name="connsiteY147" fmla="*/ 173249 h 4939827"/>
              <a:gd name="connsiteX148" fmla="*/ 5516842 w 12192000"/>
              <a:gd name="connsiteY148" fmla="*/ 184018 h 4939827"/>
              <a:gd name="connsiteX149" fmla="*/ 5619415 w 12192000"/>
              <a:gd name="connsiteY149" fmla="*/ 176781 h 4939827"/>
              <a:gd name="connsiteX150" fmla="*/ 5789867 w 12192000"/>
              <a:gd name="connsiteY150" fmla="*/ 150304 h 4939827"/>
              <a:gd name="connsiteX151" fmla="*/ 5825953 w 12192000"/>
              <a:gd name="connsiteY151" fmla="*/ 147907 h 4939827"/>
              <a:gd name="connsiteX152" fmla="*/ 5856168 w 12192000"/>
              <a:gd name="connsiteY152" fmla="*/ 158719 h 4939827"/>
              <a:gd name="connsiteX153" fmla="*/ 5862476 w 12192000"/>
              <a:gd name="connsiteY153" fmla="*/ 172447 h 4939827"/>
              <a:gd name="connsiteX154" fmla="*/ 5882195 w 12192000"/>
              <a:gd name="connsiteY154" fmla="*/ 173195 h 4939827"/>
              <a:gd name="connsiteX155" fmla="*/ 5887271 w 12192000"/>
              <a:gd name="connsiteY155" fmla="*/ 176084 h 4939827"/>
              <a:gd name="connsiteX156" fmla="*/ 5921577 w 12192000"/>
              <a:gd name="connsiteY156" fmla="*/ 169858 h 4939827"/>
              <a:gd name="connsiteX157" fmla="*/ 5983240 w 12192000"/>
              <a:gd name="connsiteY157" fmla="*/ 152755 h 4939827"/>
              <a:gd name="connsiteX158" fmla="*/ 6152287 w 12192000"/>
              <a:gd name="connsiteY158" fmla="*/ 116736 h 4939827"/>
              <a:gd name="connsiteX159" fmla="*/ 6415830 w 12192000"/>
              <a:gd name="connsiteY159" fmla="*/ 136006 h 4939827"/>
              <a:gd name="connsiteX160" fmla="*/ 6756965 w 12192000"/>
              <a:gd name="connsiteY160" fmla="*/ 57636 h 4939827"/>
              <a:gd name="connsiteX161" fmla="*/ 6819400 w 12192000"/>
              <a:gd name="connsiteY161" fmla="*/ 30742 h 4939827"/>
              <a:gd name="connsiteX162" fmla="*/ 6986370 w 12192000"/>
              <a:gd name="connsiteY162" fmla="*/ 12659 h 4939827"/>
              <a:gd name="connsiteX163" fmla="*/ 6989536 w 12192000"/>
              <a:gd name="connsiteY163" fmla="*/ 14528 h 4939827"/>
              <a:gd name="connsiteX164" fmla="*/ 7015933 w 12192000"/>
              <a:gd name="connsiteY164" fmla="*/ 9653 h 4939827"/>
              <a:gd name="connsiteX165" fmla="*/ 7020592 w 12192000"/>
              <a:gd name="connsiteY165" fmla="*/ 1651 h 4939827"/>
              <a:gd name="connsiteX166" fmla="*/ 7025905 w 12192000"/>
              <a:gd name="connsiteY166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52584 w 12192000"/>
              <a:gd name="connsiteY17" fmla="*/ 170181 h 4939827"/>
              <a:gd name="connsiteX18" fmla="*/ 8009534 w 12192000"/>
              <a:gd name="connsiteY18" fmla="*/ 176441 h 4939827"/>
              <a:gd name="connsiteX19" fmla="*/ 8058681 w 12192000"/>
              <a:gd name="connsiteY19" fmla="*/ 219431 h 4939827"/>
              <a:gd name="connsiteX20" fmla="*/ 8126175 w 12192000"/>
              <a:gd name="connsiteY20" fmla="*/ 240005 h 4939827"/>
              <a:gd name="connsiteX21" fmla="*/ 8166439 w 12192000"/>
              <a:gd name="connsiteY21" fmla="*/ 252699 h 4939827"/>
              <a:gd name="connsiteX22" fmla="*/ 8281371 w 12192000"/>
              <a:gd name="connsiteY22" fmla="*/ 256875 h 4939827"/>
              <a:gd name="connsiteX23" fmla="*/ 8381609 w 12192000"/>
              <a:gd name="connsiteY23" fmla="*/ 240618 h 4939827"/>
              <a:gd name="connsiteX24" fmla="*/ 8406759 w 12192000"/>
              <a:gd name="connsiteY24" fmla="*/ 232517 h 4939827"/>
              <a:gd name="connsiteX25" fmla="*/ 8426506 w 12192000"/>
              <a:gd name="connsiteY25" fmla="*/ 241842 h 4939827"/>
              <a:gd name="connsiteX26" fmla="*/ 8427949 w 12192000"/>
              <a:gd name="connsiteY26" fmla="*/ 240981 h 4939827"/>
              <a:gd name="connsiteX27" fmla="*/ 8441468 w 12192000"/>
              <a:gd name="connsiteY27" fmla="*/ 241157 h 4939827"/>
              <a:gd name="connsiteX28" fmla="*/ 8565757 w 12192000"/>
              <a:gd name="connsiteY28" fmla="*/ 255317 h 4939827"/>
              <a:gd name="connsiteX29" fmla="*/ 8573171 w 12192000"/>
              <a:gd name="connsiteY29" fmla="*/ 258426 h 4939827"/>
              <a:gd name="connsiteX30" fmla="*/ 8573548 w 12192000"/>
              <a:gd name="connsiteY30" fmla="*/ 258241 h 4939827"/>
              <a:gd name="connsiteX31" fmla="*/ 8581827 w 12192000"/>
              <a:gd name="connsiteY31" fmla="*/ 261028 h 4939827"/>
              <a:gd name="connsiteX32" fmla="*/ 8586687 w 12192000"/>
              <a:gd name="connsiteY32" fmla="*/ 264089 h 4939827"/>
              <a:gd name="connsiteX33" fmla="*/ 8601067 w 12192000"/>
              <a:gd name="connsiteY33" fmla="*/ 270114 h 4939827"/>
              <a:gd name="connsiteX34" fmla="*/ 8672650 w 12192000"/>
              <a:gd name="connsiteY34" fmla="*/ 254821 h 4939827"/>
              <a:gd name="connsiteX35" fmla="*/ 8785543 w 12192000"/>
              <a:gd name="connsiteY35" fmla="*/ 263406 h 4939827"/>
              <a:gd name="connsiteX36" fmla="*/ 8830588 w 12192000"/>
              <a:gd name="connsiteY36" fmla="*/ 265483 h 4939827"/>
              <a:gd name="connsiteX37" fmla="*/ 8905142 w 12192000"/>
              <a:gd name="connsiteY37" fmla="*/ 264958 h 4939827"/>
              <a:gd name="connsiteX38" fmla="*/ 8968582 w 12192000"/>
              <a:gd name="connsiteY38" fmla="*/ 262728 h 4939827"/>
              <a:gd name="connsiteX39" fmla="*/ 8972994 w 12192000"/>
              <a:gd name="connsiteY39" fmla="*/ 263284 h 4939827"/>
              <a:gd name="connsiteX40" fmla="*/ 9004605 w 12192000"/>
              <a:gd name="connsiteY40" fmla="*/ 258041 h 4939827"/>
              <a:gd name="connsiteX41" fmla="*/ 9016165 w 12192000"/>
              <a:gd name="connsiteY41" fmla="*/ 261258 h 4939827"/>
              <a:gd name="connsiteX42" fmla="*/ 9043297 w 12192000"/>
              <a:gd name="connsiteY42" fmla="*/ 281547 h 4939827"/>
              <a:gd name="connsiteX43" fmla="*/ 9048315 w 12192000"/>
              <a:gd name="connsiteY43" fmla="*/ 279264 h 4939827"/>
              <a:gd name="connsiteX44" fmla="*/ 9054706 w 12192000"/>
              <a:gd name="connsiteY44" fmla="*/ 278538 h 4939827"/>
              <a:gd name="connsiteX45" fmla="*/ 9070919 w 12192000"/>
              <a:gd name="connsiteY45" fmla="*/ 281810 h 4939827"/>
              <a:gd name="connsiteX46" fmla="*/ 9076813 w 12192000"/>
              <a:gd name="connsiteY46" fmla="*/ 283909 h 4939827"/>
              <a:gd name="connsiteX47" fmla="*/ 9085871 w 12192000"/>
              <a:gd name="connsiteY47" fmla="*/ 285133 h 4939827"/>
              <a:gd name="connsiteX48" fmla="*/ 9086159 w 12192000"/>
              <a:gd name="connsiteY48" fmla="*/ 284887 h 4939827"/>
              <a:gd name="connsiteX49" fmla="*/ 9134606 w 12192000"/>
              <a:gd name="connsiteY49" fmla="*/ 288168 h 4939827"/>
              <a:gd name="connsiteX50" fmla="*/ 9195590 w 12192000"/>
              <a:gd name="connsiteY50" fmla="*/ 279568 h 4939827"/>
              <a:gd name="connsiteX51" fmla="*/ 9219336 w 12192000"/>
              <a:gd name="connsiteY51" fmla="*/ 278133 h 4939827"/>
              <a:gd name="connsiteX52" fmla="*/ 9232362 w 12192000"/>
              <a:gd name="connsiteY52" fmla="*/ 275894 h 4939827"/>
              <a:gd name="connsiteX53" fmla="*/ 9233396 w 12192000"/>
              <a:gd name="connsiteY53" fmla="*/ 274803 h 4939827"/>
              <a:gd name="connsiteX54" fmla="*/ 9256213 w 12192000"/>
              <a:gd name="connsiteY54" fmla="*/ 281576 h 4939827"/>
              <a:gd name="connsiteX55" fmla="*/ 9287089 w 12192000"/>
              <a:gd name="connsiteY55" fmla="*/ 303891 h 4939827"/>
              <a:gd name="connsiteX56" fmla="*/ 9371484 w 12192000"/>
              <a:gd name="connsiteY56" fmla="*/ 329634 h 4939827"/>
              <a:gd name="connsiteX57" fmla="*/ 9404829 w 12192000"/>
              <a:gd name="connsiteY57" fmla="*/ 339038 h 4939827"/>
              <a:gd name="connsiteX58" fmla="*/ 9427021 w 12192000"/>
              <a:gd name="connsiteY58" fmla="*/ 358784 h 4939827"/>
              <a:gd name="connsiteX59" fmla="*/ 9670844 w 12192000"/>
              <a:gd name="connsiteY59" fmla="*/ 405128 h 4939827"/>
              <a:gd name="connsiteX60" fmla="*/ 9816083 w 12192000"/>
              <a:gd name="connsiteY60" fmla="*/ 416573 h 4939827"/>
              <a:gd name="connsiteX61" fmla="*/ 9936741 w 12192000"/>
              <a:gd name="connsiteY61" fmla="*/ 437044 h 4939827"/>
              <a:gd name="connsiteX62" fmla="*/ 10050093 w 12192000"/>
              <a:gd name="connsiteY62" fmla="*/ 443783 h 4939827"/>
              <a:gd name="connsiteX63" fmla="*/ 10130090 w 12192000"/>
              <a:gd name="connsiteY63" fmla="*/ 459520 h 4939827"/>
              <a:gd name="connsiteX64" fmla="*/ 10173456 w 12192000"/>
              <a:gd name="connsiteY64" fmla="*/ 457749 h 4939827"/>
              <a:gd name="connsiteX65" fmla="*/ 10218232 w 12192000"/>
              <a:gd name="connsiteY65" fmla="*/ 459820 h 4939827"/>
              <a:gd name="connsiteX66" fmla="*/ 10354176 w 12192000"/>
              <a:gd name="connsiteY66" fmla="*/ 471377 h 4939827"/>
              <a:gd name="connsiteX67" fmla="*/ 10430681 w 12192000"/>
              <a:gd name="connsiteY67" fmla="*/ 481226 h 4939827"/>
              <a:gd name="connsiteX68" fmla="*/ 10478169 w 12192000"/>
              <a:gd name="connsiteY68" fmla="*/ 481774 h 4939827"/>
              <a:gd name="connsiteX69" fmla="*/ 10540907 w 12192000"/>
              <a:gd name="connsiteY69" fmla="*/ 485607 h 4939827"/>
              <a:gd name="connsiteX70" fmla="*/ 10614941 w 12192000"/>
              <a:gd name="connsiteY70" fmla="*/ 487592 h 4939827"/>
              <a:gd name="connsiteX71" fmla="*/ 10674098 w 12192000"/>
              <a:gd name="connsiteY71" fmla="*/ 521656 h 4939827"/>
              <a:gd name="connsiteX72" fmla="*/ 10874834 w 12192000"/>
              <a:gd name="connsiteY72" fmla="*/ 574867 h 4939827"/>
              <a:gd name="connsiteX73" fmla="*/ 10944981 w 12192000"/>
              <a:gd name="connsiteY73" fmla="*/ 615042 h 4939827"/>
              <a:gd name="connsiteX74" fmla="*/ 11006376 w 12192000"/>
              <a:gd name="connsiteY74" fmla="*/ 645957 h 4939827"/>
              <a:gd name="connsiteX75" fmla="*/ 11076308 w 12192000"/>
              <a:gd name="connsiteY75" fmla="*/ 675698 h 4939827"/>
              <a:gd name="connsiteX76" fmla="*/ 11148789 w 12192000"/>
              <a:gd name="connsiteY76" fmla="*/ 685041 h 4939827"/>
              <a:gd name="connsiteX77" fmla="*/ 11249129 w 12192000"/>
              <a:gd name="connsiteY77" fmla="*/ 684218 h 4939827"/>
              <a:gd name="connsiteX78" fmla="*/ 11299915 w 12192000"/>
              <a:gd name="connsiteY78" fmla="*/ 692177 h 4939827"/>
              <a:gd name="connsiteX79" fmla="*/ 11386973 w 12192000"/>
              <a:gd name="connsiteY79" fmla="*/ 708209 h 4939827"/>
              <a:gd name="connsiteX80" fmla="*/ 11500105 w 12192000"/>
              <a:gd name="connsiteY80" fmla="*/ 735014 h 4939827"/>
              <a:gd name="connsiteX81" fmla="*/ 11621735 w 12192000"/>
              <a:gd name="connsiteY81" fmla="*/ 789584 h 4939827"/>
              <a:gd name="connsiteX82" fmla="*/ 11691200 w 12192000"/>
              <a:gd name="connsiteY82" fmla="*/ 867902 h 4939827"/>
              <a:gd name="connsiteX83" fmla="*/ 11819427 w 12192000"/>
              <a:gd name="connsiteY83" fmla="*/ 911634 h 4939827"/>
              <a:gd name="connsiteX84" fmla="*/ 11969720 w 12192000"/>
              <a:gd name="connsiteY84" fmla="*/ 964737 h 4939827"/>
              <a:gd name="connsiteX85" fmla="*/ 12055766 w 12192000"/>
              <a:gd name="connsiteY85" fmla="*/ 991268 h 4939827"/>
              <a:gd name="connsiteX86" fmla="*/ 12171539 w 12192000"/>
              <a:gd name="connsiteY86" fmla="*/ 995427 h 4939827"/>
              <a:gd name="connsiteX87" fmla="*/ 12187831 w 12192000"/>
              <a:gd name="connsiteY87" fmla="*/ 996580 h 4939827"/>
              <a:gd name="connsiteX88" fmla="*/ 12192000 w 12192000"/>
              <a:gd name="connsiteY88" fmla="*/ 996726 h 4939827"/>
              <a:gd name="connsiteX89" fmla="*/ 12192000 w 12192000"/>
              <a:gd name="connsiteY89" fmla="*/ 4939827 h 4939827"/>
              <a:gd name="connsiteX90" fmla="*/ 0 w 12192000"/>
              <a:gd name="connsiteY90" fmla="*/ 4939827 h 4939827"/>
              <a:gd name="connsiteX91" fmla="*/ 0 w 12192000"/>
              <a:gd name="connsiteY91" fmla="*/ 512043 h 4939827"/>
              <a:gd name="connsiteX92" fmla="*/ 7381 w 12192000"/>
              <a:gd name="connsiteY92" fmla="*/ 512580 h 4939827"/>
              <a:gd name="connsiteX93" fmla="*/ 100029 w 12192000"/>
              <a:gd name="connsiteY93" fmla="*/ 504758 h 4939827"/>
              <a:gd name="connsiteX94" fmla="*/ 155244 w 12192000"/>
              <a:gd name="connsiteY94" fmla="*/ 525130 h 4939827"/>
              <a:gd name="connsiteX95" fmla="*/ 254366 w 12192000"/>
              <a:gd name="connsiteY95" fmla="*/ 534449 h 4939827"/>
              <a:gd name="connsiteX96" fmla="*/ 447292 w 12192000"/>
              <a:gd name="connsiteY96" fmla="*/ 542725 h 4939827"/>
              <a:gd name="connsiteX97" fmla="*/ 628105 w 12192000"/>
              <a:gd name="connsiteY97" fmla="*/ 547853 h 4939827"/>
              <a:gd name="connsiteX98" fmla="*/ 783146 w 12192000"/>
              <a:gd name="connsiteY98" fmla="*/ 591799 h 4939827"/>
              <a:gd name="connsiteX99" fmla="*/ 1043676 w 12192000"/>
              <a:gd name="connsiteY99" fmla="*/ 591887 h 4939827"/>
              <a:gd name="connsiteX100" fmla="*/ 1281816 w 12192000"/>
              <a:gd name="connsiteY100" fmla="*/ 520946 h 4939827"/>
              <a:gd name="connsiteX101" fmla="*/ 1486347 w 12192000"/>
              <a:gd name="connsiteY101" fmla="*/ 487310 h 4939827"/>
              <a:gd name="connsiteX102" fmla="*/ 1568079 w 12192000"/>
              <a:gd name="connsiteY102" fmla="*/ 462531 h 4939827"/>
              <a:gd name="connsiteX103" fmla="*/ 1622516 w 12192000"/>
              <a:gd name="connsiteY103" fmla="*/ 466058 h 4939827"/>
              <a:gd name="connsiteX104" fmla="*/ 1655457 w 12192000"/>
              <a:gd name="connsiteY104" fmla="*/ 465359 h 4939827"/>
              <a:gd name="connsiteX105" fmla="*/ 1717454 w 12192000"/>
              <a:gd name="connsiteY105" fmla="*/ 417203 h 4939827"/>
              <a:gd name="connsiteX106" fmla="*/ 1913794 w 12192000"/>
              <a:gd name="connsiteY106" fmla="*/ 365255 h 4939827"/>
              <a:gd name="connsiteX107" fmla="*/ 2129762 w 12192000"/>
              <a:gd name="connsiteY107" fmla="*/ 367832 h 4939827"/>
              <a:gd name="connsiteX108" fmla="*/ 2376970 w 12192000"/>
              <a:gd name="connsiteY108" fmla="*/ 350129 h 4939827"/>
              <a:gd name="connsiteX109" fmla="*/ 2480155 w 12192000"/>
              <a:gd name="connsiteY109" fmla="*/ 359227 h 4939827"/>
              <a:gd name="connsiteX110" fmla="*/ 2586782 w 12192000"/>
              <a:gd name="connsiteY110" fmla="*/ 339352 h 4939827"/>
              <a:gd name="connsiteX111" fmla="*/ 2679617 w 12192000"/>
              <a:gd name="connsiteY111" fmla="*/ 305383 h 4939827"/>
              <a:gd name="connsiteX112" fmla="*/ 2788947 w 12192000"/>
              <a:gd name="connsiteY112" fmla="*/ 250375 h 4939827"/>
              <a:gd name="connsiteX113" fmla="*/ 2965530 w 12192000"/>
              <a:gd name="connsiteY113" fmla="*/ 245958 h 4939827"/>
              <a:gd name="connsiteX114" fmla="*/ 3103677 w 12192000"/>
              <a:gd name="connsiteY114" fmla="*/ 209527 h 4939827"/>
              <a:gd name="connsiteX115" fmla="*/ 3126759 w 12192000"/>
              <a:gd name="connsiteY115" fmla="*/ 211226 h 4939827"/>
              <a:gd name="connsiteX116" fmla="*/ 3164020 w 12192000"/>
              <a:gd name="connsiteY116" fmla="*/ 212779 h 4939827"/>
              <a:gd name="connsiteX117" fmla="*/ 3285019 w 12192000"/>
              <a:gd name="connsiteY117" fmla="*/ 220535 h 4939827"/>
              <a:gd name="connsiteX118" fmla="*/ 3365154 w 12192000"/>
              <a:gd name="connsiteY118" fmla="*/ 226416 h 4939827"/>
              <a:gd name="connsiteX119" fmla="*/ 3367507 w 12192000"/>
              <a:gd name="connsiteY119" fmla="*/ 225416 h 4939827"/>
              <a:gd name="connsiteX120" fmla="*/ 3387567 w 12192000"/>
              <a:gd name="connsiteY120" fmla="*/ 227103 h 4939827"/>
              <a:gd name="connsiteX121" fmla="*/ 3498001 w 12192000"/>
              <a:gd name="connsiteY121" fmla="*/ 231941 h 4939827"/>
              <a:gd name="connsiteX122" fmla="*/ 3561557 w 12192000"/>
              <a:gd name="connsiteY122" fmla="*/ 228095 h 4939827"/>
              <a:gd name="connsiteX123" fmla="*/ 3611920 w 12192000"/>
              <a:gd name="connsiteY123" fmla="*/ 218094 h 4939827"/>
              <a:gd name="connsiteX124" fmla="*/ 3620528 w 12192000"/>
              <a:gd name="connsiteY124" fmla="*/ 218788 h 4939827"/>
              <a:gd name="connsiteX125" fmla="*/ 3620766 w 12192000"/>
              <a:gd name="connsiteY125" fmla="*/ 218511 h 4939827"/>
              <a:gd name="connsiteX126" fmla="*/ 3629977 w 12192000"/>
              <a:gd name="connsiteY126" fmla="*/ 218664 h 4939827"/>
              <a:gd name="connsiteX127" fmla="*/ 3636217 w 12192000"/>
              <a:gd name="connsiteY127" fmla="*/ 220048 h 4939827"/>
              <a:gd name="connsiteX128" fmla="*/ 3709484 w 12192000"/>
              <a:gd name="connsiteY128" fmla="*/ 186927 h 4939827"/>
              <a:gd name="connsiteX129" fmla="*/ 3761342 w 12192000"/>
              <a:gd name="connsiteY129" fmla="*/ 177474 h 4939827"/>
              <a:gd name="connsiteX130" fmla="*/ 3799748 w 12192000"/>
              <a:gd name="connsiteY130" fmla="*/ 167154 h 4939827"/>
              <a:gd name="connsiteX131" fmla="*/ 3922756 w 12192000"/>
              <a:gd name="connsiteY131" fmla="*/ 194044 h 4939827"/>
              <a:gd name="connsiteX132" fmla="*/ 4028476 w 12192000"/>
              <a:gd name="connsiteY132" fmla="*/ 223679 h 4939827"/>
              <a:gd name="connsiteX133" fmla="*/ 4191582 w 12192000"/>
              <a:gd name="connsiteY133" fmla="*/ 238952 h 4939827"/>
              <a:gd name="connsiteX134" fmla="*/ 4251024 w 12192000"/>
              <a:gd name="connsiteY134" fmla="*/ 240874 h 4939827"/>
              <a:gd name="connsiteX135" fmla="*/ 4355275 w 12192000"/>
              <a:gd name="connsiteY135" fmla="*/ 260205 h 4939827"/>
              <a:gd name="connsiteX136" fmla="*/ 4423807 w 12192000"/>
              <a:gd name="connsiteY136" fmla="*/ 270366 h 4939827"/>
              <a:gd name="connsiteX137" fmla="*/ 4558432 w 12192000"/>
              <a:gd name="connsiteY137" fmla="*/ 269194 h 4939827"/>
              <a:gd name="connsiteX138" fmla="*/ 4635061 w 12192000"/>
              <a:gd name="connsiteY138" fmla="*/ 280682 h 4939827"/>
              <a:gd name="connsiteX139" fmla="*/ 4807427 w 12192000"/>
              <a:gd name="connsiteY139" fmla="*/ 276835 h 4939827"/>
              <a:gd name="connsiteX140" fmla="*/ 5028933 w 12192000"/>
              <a:gd name="connsiteY140" fmla="*/ 183887 h 4939827"/>
              <a:gd name="connsiteX141" fmla="*/ 5093642 w 12192000"/>
              <a:gd name="connsiteY141" fmla="*/ 177214 h 4939827"/>
              <a:gd name="connsiteX142" fmla="*/ 5102642 w 12192000"/>
              <a:gd name="connsiteY142" fmla="*/ 186816 h 4939827"/>
              <a:gd name="connsiteX143" fmla="*/ 5193590 w 12192000"/>
              <a:gd name="connsiteY143" fmla="*/ 156458 h 4939827"/>
              <a:gd name="connsiteX144" fmla="*/ 5323922 w 12192000"/>
              <a:gd name="connsiteY144" fmla="*/ 146332 h 4939827"/>
              <a:gd name="connsiteX145" fmla="*/ 5421860 w 12192000"/>
              <a:gd name="connsiteY145" fmla="*/ 167298 h 4939827"/>
              <a:gd name="connsiteX146" fmla="*/ 5476948 w 12192000"/>
              <a:gd name="connsiteY146" fmla="*/ 173249 h 4939827"/>
              <a:gd name="connsiteX147" fmla="*/ 5516842 w 12192000"/>
              <a:gd name="connsiteY147" fmla="*/ 184018 h 4939827"/>
              <a:gd name="connsiteX148" fmla="*/ 5619415 w 12192000"/>
              <a:gd name="connsiteY148" fmla="*/ 176781 h 4939827"/>
              <a:gd name="connsiteX149" fmla="*/ 5789867 w 12192000"/>
              <a:gd name="connsiteY149" fmla="*/ 150304 h 4939827"/>
              <a:gd name="connsiteX150" fmla="*/ 5825953 w 12192000"/>
              <a:gd name="connsiteY150" fmla="*/ 147907 h 4939827"/>
              <a:gd name="connsiteX151" fmla="*/ 5856168 w 12192000"/>
              <a:gd name="connsiteY151" fmla="*/ 158719 h 4939827"/>
              <a:gd name="connsiteX152" fmla="*/ 5862476 w 12192000"/>
              <a:gd name="connsiteY152" fmla="*/ 172447 h 4939827"/>
              <a:gd name="connsiteX153" fmla="*/ 5882195 w 12192000"/>
              <a:gd name="connsiteY153" fmla="*/ 173195 h 4939827"/>
              <a:gd name="connsiteX154" fmla="*/ 5887271 w 12192000"/>
              <a:gd name="connsiteY154" fmla="*/ 176084 h 4939827"/>
              <a:gd name="connsiteX155" fmla="*/ 5921577 w 12192000"/>
              <a:gd name="connsiteY155" fmla="*/ 169858 h 4939827"/>
              <a:gd name="connsiteX156" fmla="*/ 5983240 w 12192000"/>
              <a:gd name="connsiteY156" fmla="*/ 152755 h 4939827"/>
              <a:gd name="connsiteX157" fmla="*/ 6152287 w 12192000"/>
              <a:gd name="connsiteY157" fmla="*/ 116736 h 4939827"/>
              <a:gd name="connsiteX158" fmla="*/ 6415830 w 12192000"/>
              <a:gd name="connsiteY158" fmla="*/ 136006 h 4939827"/>
              <a:gd name="connsiteX159" fmla="*/ 6756965 w 12192000"/>
              <a:gd name="connsiteY159" fmla="*/ 57636 h 4939827"/>
              <a:gd name="connsiteX160" fmla="*/ 6819400 w 12192000"/>
              <a:gd name="connsiteY160" fmla="*/ 30742 h 4939827"/>
              <a:gd name="connsiteX161" fmla="*/ 6986370 w 12192000"/>
              <a:gd name="connsiteY161" fmla="*/ 12659 h 4939827"/>
              <a:gd name="connsiteX162" fmla="*/ 6989536 w 12192000"/>
              <a:gd name="connsiteY162" fmla="*/ 14528 h 4939827"/>
              <a:gd name="connsiteX163" fmla="*/ 7015933 w 12192000"/>
              <a:gd name="connsiteY163" fmla="*/ 9653 h 4939827"/>
              <a:gd name="connsiteX164" fmla="*/ 7020592 w 12192000"/>
              <a:gd name="connsiteY164" fmla="*/ 1651 h 4939827"/>
              <a:gd name="connsiteX165" fmla="*/ 7025905 w 12192000"/>
              <a:gd name="connsiteY165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52584 w 12192000"/>
              <a:gd name="connsiteY17" fmla="*/ 170181 h 4939827"/>
              <a:gd name="connsiteX18" fmla="*/ 8009534 w 12192000"/>
              <a:gd name="connsiteY18" fmla="*/ 176441 h 4939827"/>
              <a:gd name="connsiteX19" fmla="*/ 8058681 w 12192000"/>
              <a:gd name="connsiteY19" fmla="*/ 219431 h 4939827"/>
              <a:gd name="connsiteX20" fmla="*/ 8126175 w 12192000"/>
              <a:gd name="connsiteY20" fmla="*/ 240005 h 4939827"/>
              <a:gd name="connsiteX21" fmla="*/ 8166439 w 12192000"/>
              <a:gd name="connsiteY21" fmla="*/ 252699 h 4939827"/>
              <a:gd name="connsiteX22" fmla="*/ 8281371 w 12192000"/>
              <a:gd name="connsiteY22" fmla="*/ 256875 h 4939827"/>
              <a:gd name="connsiteX23" fmla="*/ 8381609 w 12192000"/>
              <a:gd name="connsiteY23" fmla="*/ 240618 h 4939827"/>
              <a:gd name="connsiteX24" fmla="*/ 8406759 w 12192000"/>
              <a:gd name="connsiteY24" fmla="*/ 232517 h 4939827"/>
              <a:gd name="connsiteX25" fmla="*/ 8426506 w 12192000"/>
              <a:gd name="connsiteY25" fmla="*/ 241842 h 4939827"/>
              <a:gd name="connsiteX26" fmla="*/ 8427949 w 12192000"/>
              <a:gd name="connsiteY26" fmla="*/ 240981 h 4939827"/>
              <a:gd name="connsiteX27" fmla="*/ 8441468 w 12192000"/>
              <a:gd name="connsiteY27" fmla="*/ 241157 h 4939827"/>
              <a:gd name="connsiteX28" fmla="*/ 8565757 w 12192000"/>
              <a:gd name="connsiteY28" fmla="*/ 255317 h 4939827"/>
              <a:gd name="connsiteX29" fmla="*/ 8573171 w 12192000"/>
              <a:gd name="connsiteY29" fmla="*/ 258426 h 4939827"/>
              <a:gd name="connsiteX30" fmla="*/ 8573548 w 12192000"/>
              <a:gd name="connsiteY30" fmla="*/ 258241 h 4939827"/>
              <a:gd name="connsiteX31" fmla="*/ 8581827 w 12192000"/>
              <a:gd name="connsiteY31" fmla="*/ 261028 h 4939827"/>
              <a:gd name="connsiteX32" fmla="*/ 8586687 w 12192000"/>
              <a:gd name="connsiteY32" fmla="*/ 264089 h 4939827"/>
              <a:gd name="connsiteX33" fmla="*/ 8601067 w 12192000"/>
              <a:gd name="connsiteY33" fmla="*/ 270114 h 4939827"/>
              <a:gd name="connsiteX34" fmla="*/ 8672650 w 12192000"/>
              <a:gd name="connsiteY34" fmla="*/ 254821 h 4939827"/>
              <a:gd name="connsiteX35" fmla="*/ 8785543 w 12192000"/>
              <a:gd name="connsiteY35" fmla="*/ 263406 h 4939827"/>
              <a:gd name="connsiteX36" fmla="*/ 8830588 w 12192000"/>
              <a:gd name="connsiteY36" fmla="*/ 265483 h 4939827"/>
              <a:gd name="connsiteX37" fmla="*/ 8905142 w 12192000"/>
              <a:gd name="connsiteY37" fmla="*/ 264958 h 4939827"/>
              <a:gd name="connsiteX38" fmla="*/ 8968582 w 12192000"/>
              <a:gd name="connsiteY38" fmla="*/ 262728 h 4939827"/>
              <a:gd name="connsiteX39" fmla="*/ 8972994 w 12192000"/>
              <a:gd name="connsiteY39" fmla="*/ 263284 h 4939827"/>
              <a:gd name="connsiteX40" fmla="*/ 9004605 w 12192000"/>
              <a:gd name="connsiteY40" fmla="*/ 258041 h 4939827"/>
              <a:gd name="connsiteX41" fmla="*/ 9016165 w 12192000"/>
              <a:gd name="connsiteY41" fmla="*/ 261258 h 4939827"/>
              <a:gd name="connsiteX42" fmla="*/ 9043297 w 12192000"/>
              <a:gd name="connsiteY42" fmla="*/ 281547 h 4939827"/>
              <a:gd name="connsiteX43" fmla="*/ 9048315 w 12192000"/>
              <a:gd name="connsiteY43" fmla="*/ 279264 h 4939827"/>
              <a:gd name="connsiteX44" fmla="*/ 9054706 w 12192000"/>
              <a:gd name="connsiteY44" fmla="*/ 278538 h 4939827"/>
              <a:gd name="connsiteX45" fmla="*/ 9070919 w 12192000"/>
              <a:gd name="connsiteY45" fmla="*/ 281810 h 4939827"/>
              <a:gd name="connsiteX46" fmla="*/ 9076813 w 12192000"/>
              <a:gd name="connsiteY46" fmla="*/ 283909 h 4939827"/>
              <a:gd name="connsiteX47" fmla="*/ 9085871 w 12192000"/>
              <a:gd name="connsiteY47" fmla="*/ 285133 h 4939827"/>
              <a:gd name="connsiteX48" fmla="*/ 9086159 w 12192000"/>
              <a:gd name="connsiteY48" fmla="*/ 284887 h 4939827"/>
              <a:gd name="connsiteX49" fmla="*/ 9134606 w 12192000"/>
              <a:gd name="connsiteY49" fmla="*/ 288168 h 4939827"/>
              <a:gd name="connsiteX50" fmla="*/ 9195590 w 12192000"/>
              <a:gd name="connsiteY50" fmla="*/ 279568 h 4939827"/>
              <a:gd name="connsiteX51" fmla="*/ 9219336 w 12192000"/>
              <a:gd name="connsiteY51" fmla="*/ 278133 h 4939827"/>
              <a:gd name="connsiteX52" fmla="*/ 9232362 w 12192000"/>
              <a:gd name="connsiteY52" fmla="*/ 275894 h 4939827"/>
              <a:gd name="connsiteX53" fmla="*/ 9233396 w 12192000"/>
              <a:gd name="connsiteY53" fmla="*/ 274803 h 4939827"/>
              <a:gd name="connsiteX54" fmla="*/ 9256213 w 12192000"/>
              <a:gd name="connsiteY54" fmla="*/ 281576 h 4939827"/>
              <a:gd name="connsiteX55" fmla="*/ 9371484 w 12192000"/>
              <a:gd name="connsiteY55" fmla="*/ 329634 h 4939827"/>
              <a:gd name="connsiteX56" fmla="*/ 9404829 w 12192000"/>
              <a:gd name="connsiteY56" fmla="*/ 339038 h 4939827"/>
              <a:gd name="connsiteX57" fmla="*/ 9427021 w 12192000"/>
              <a:gd name="connsiteY57" fmla="*/ 358784 h 4939827"/>
              <a:gd name="connsiteX58" fmla="*/ 9670844 w 12192000"/>
              <a:gd name="connsiteY58" fmla="*/ 405128 h 4939827"/>
              <a:gd name="connsiteX59" fmla="*/ 9816083 w 12192000"/>
              <a:gd name="connsiteY59" fmla="*/ 416573 h 4939827"/>
              <a:gd name="connsiteX60" fmla="*/ 9936741 w 12192000"/>
              <a:gd name="connsiteY60" fmla="*/ 437044 h 4939827"/>
              <a:gd name="connsiteX61" fmla="*/ 10050093 w 12192000"/>
              <a:gd name="connsiteY61" fmla="*/ 443783 h 4939827"/>
              <a:gd name="connsiteX62" fmla="*/ 10130090 w 12192000"/>
              <a:gd name="connsiteY62" fmla="*/ 459520 h 4939827"/>
              <a:gd name="connsiteX63" fmla="*/ 10173456 w 12192000"/>
              <a:gd name="connsiteY63" fmla="*/ 457749 h 4939827"/>
              <a:gd name="connsiteX64" fmla="*/ 10218232 w 12192000"/>
              <a:gd name="connsiteY64" fmla="*/ 459820 h 4939827"/>
              <a:gd name="connsiteX65" fmla="*/ 10354176 w 12192000"/>
              <a:gd name="connsiteY65" fmla="*/ 471377 h 4939827"/>
              <a:gd name="connsiteX66" fmla="*/ 10430681 w 12192000"/>
              <a:gd name="connsiteY66" fmla="*/ 481226 h 4939827"/>
              <a:gd name="connsiteX67" fmla="*/ 10478169 w 12192000"/>
              <a:gd name="connsiteY67" fmla="*/ 481774 h 4939827"/>
              <a:gd name="connsiteX68" fmla="*/ 10540907 w 12192000"/>
              <a:gd name="connsiteY68" fmla="*/ 485607 h 4939827"/>
              <a:gd name="connsiteX69" fmla="*/ 10614941 w 12192000"/>
              <a:gd name="connsiteY69" fmla="*/ 487592 h 4939827"/>
              <a:gd name="connsiteX70" fmla="*/ 10674098 w 12192000"/>
              <a:gd name="connsiteY70" fmla="*/ 521656 h 4939827"/>
              <a:gd name="connsiteX71" fmla="*/ 10874834 w 12192000"/>
              <a:gd name="connsiteY71" fmla="*/ 574867 h 4939827"/>
              <a:gd name="connsiteX72" fmla="*/ 10944981 w 12192000"/>
              <a:gd name="connsiteY72" fmla="*/ 615042 h 4939827"/>
              <a:gd name="connsiteX73" fmla="*/ 11006376 w 12192000"/>
              <a:gd name="connsiteY73" fmla="*/ 645957 h 4939827"/>
              <a:gd name="connsiteX74" fmla="*/ 11076308 w 12192000"/>
              <a:gd name="connsiteY74" fmla="*/ 675698 h 4939827"/>
              <a:gd name="connsiteX75" fmla="*/ 11148789 w 12192000"/>
              <a:gd name="connsiteY75" fmla="*/ 685041 h 4939827"/>
              <a:gd name="connsiteX76" fmla="*/ 11249129 w 12192000"/>
              <a:gd name="connsiteY76" fmla="*/ 684218 h 4939827"/>
              <a:gd name="connsiteX77" fmla="*/ 11299915 w 12192000"/>
              <a:gd name="connsiteY77" fmla="*/ 692177 h 4939827"/>
              <a:gd name="connsiteX78" fmla="*/ 11386973 w 12192000"/>
              <a:gd name="connsiteY78" fmla="*/ 708209 h 4939827"/>
              <a:gd name="connsiteX79" fmla="*/ 11500105 w 12192000"/>
              <a:gd name="connsiteY79" fmla="*/ 735014 h 4939827"/>
              <a:gd name="connsiteX80" fmla="*/ 11621735 w 12192000"/>
              <a:gd name="connsiteY80" fmla="*/ 789584 h 4939827"/>
              <a:gd name="connsiteX81" fmla="*/ 11691200 w 12192000"/>
              <a:gd name="connsiteY81" fmla="*/ 867902 h 4939827"/>
              <a:gd name="connsiteX82" fmla="*/ 11819427 w 12192000"/>
              <a:gd name="connsiteY82" fmla="*/ 911634 h 4939827"/>
              <a:gd name="connsiteX83" fmla="*/ 11969720 w 12192000"/>
              <a:gd name="connsiteY83" fmla="*/ 964737 h 4939827"/>
              <a:gd name="connsiteX84" fmla="*/ 12055766 w 12192000"/>
              <a:gd name="connsiteY84" fmla="*/ 991268 h 4939827"/>
              <a:gd name="connsiteX85" fmla="*/ 12171539 w 12192000"/>
              <a:gd name="connsiteY85" fmla="*/ 995427 h 4939827"/>
              <a:gd name="connsiteX86" fmla="*/ 12187831 w 12192000"/>
              <a:gd name="connsiteY86" fmla="*/ 996580 h 4939827"/>
              <a:gd name="connsiteX87" fmla="*/ 12192000 w 12192000"/>
              <a:gd name="connsiteY87" fmla="*/ 996726 h 4939827"/>
              <a:gd name="connsiteX88" fmla="*/ 12192000 w 12192000"/>
              <a:gd name="connsiteY88" fmla="*/ 4939827 h 4939827"/>
              <a:gd name="connsiteX89" fmla="*/ 0 w 12192000"/>
              <a:gd name="connsiteY89" fmla="*/ 4939827 h 4939827"/>
              <a:gd name="connsiteX90" fmla="*/ 0 w 12192000"/>
              <a:gd name="connsiteY90" fmla="*/ 512043 h 4939827"/>
              <a:gd name="connsiteX91" fmla="*/ 7381 w 12192000"/>
              <a:gd name="connsiteY91" fmla="*/ 512580 h 4939827"/>
              <a:gd name="connsiteX92" fmla="*/ 100029 w 12192000"/>
              <a:gd name="connsiteY92" fmla="*/ 504758 h 4939827"/>
              <a:gd name="connsiteX93" fmla="*/ 155244 w 12192000"/>
              <a:gd name="connsiteY93" fmla="*/ 525130 h 4939827"/>
              <a:gd name="connsiteX94" fmla="*/ 254366 w 12192000"/>
              <a:gd name="connsiteY94" fmla="*/ 534449 h 4939827"/>
              <a:gd name="connsiteX95" fmla="*/ 447292 w 12192000"/>
              <a:gd name="connsiteY95" fmla="*/ 542725 h 4939827"/>
              <a:gd name="connsiteX96" fmla="*/ 628105 w 12192000"/>
              <a:gd name="connsiteY96" fmla="*/ 547853 h 4939827"/>
              <a:gd name="connsiteX97" fmla="*/ 783146 w 12192000"/>
              <a:gd name="connsiteY97" fmla="*/ 591799 h 4939827"/>
              <a:gd name="connsiteX98" fmla="*/ 1043676 w 12192000"/>
              <a:gd name="connsiteY98" fmla="*/ 591887 h 4939827"/>
              <a:gd name="connsiteX99" fmla="*/ 1281816 w 12192000"/>
              <a:gd name="connsiteY99" fmla="*/ 520946 h 4939827"/>
              <a:gd name="connsiteX100" fmla="*/ 1486347 w 12192000"/>
              <a:gd name="connsiteY100" fmla="*/ 487310 h 4939827"/>
              <a:gd name="connsiteX101" fmla="*/ 1568079 w 12192000"/>
              <a:gd name="connsiteY101" fmla="*/ 462531 h 4939827"/>
              <a:gd name="connsiteX102" fmla="*/ 1622516 w 12192000"/>
              <a:gd name="connsiteY102" fmla="*/ 466058 h 4939827"/>
              <a:gd name="connsiteX103" fmla="*/ 1655457 w 12192000"/>
              <a:gd name="connsiteY103" fmla="*/ 465359 h 4939827"/>
              <a:gd name="connsiteX104" fmla="*/ 1717454 w 12192000"/>
              <a:gd name="connsiteY104" fmla="*/ 417203 h 4939827"/>
              <a:gd name="connsiteX105" fmla="*/ 1913794 w 12192000"/>
              <a:gd name="connsiteY105" fmla="*/ 365255 h 4939827"/>
              <a:gd name="connsiteX106" fmla="*/ 2129762 w 12192000"/>
              <a:gd name="connsiteY106" fmla="*/ 367832 h 4939827"/>
              <a:gd name="connsiteX107" fmla="*/ 2376970 w 12192000"/>
              <a:gd name="connsiteY107" fmla="*/ 350129 h 4939827"/>
              <a:gd name="connsiteX108" fmla="*/ 2480155 w 12192000"/>
              <a:gd name="connsiteY108" fmla="*/ 359227 h 4939827"/>
              <a:gd name="connsiteX109" fmla="*/ 2586782 w 12192000"/>
              <a:gd name="connsiteY109" fmla="*/ 339352 h 4939827"/>
              <a:gd name="connsiteX110" fmla="*/ 2679617 w 12192000"/>
              <a:gd name="connsiteY110" fmla="*/ 305383 h 4939827"/>
              <a:gd name="connsiteX111" fmla="*/ 2788947 w 12192000"/>
              <a:gd name="connsiteY111" fmla="*/ 250375 h 4939827"/>
              <a:gd name="connsiteX112" fmla="*/ 2965530 w 12192000"/>
              <a:gd name="connsiteY112" fmla="*/ 245958 h 4939827"/>
              <a:gd name="connsiteX113" fmla="*/ 3103677 w 12192000"/>
              <a:gd name="connsiteY113" fmla="*/ 209527 h 4939827"/>
              <a:gd name="connsiteX114" fmla="*/ 3126759 w 12192000"/>
              <a:gd name="connsiteY114" fmla="*/ 211226 h 4939827"/>
              <a:gd name="connsiteX115" fmla="*/ 3164020 w 12192000"/>
              <a:gd name="connsiteY115" fmla="*/ 212779 h 4939827"/>
              <a:gd name="connsiteX116" fmla="*/ 3285019 w 12192000"/>
              <a:gd name="connsiteY116" fmla="*/ 220535 h 4939827"/>
              <a:gd name="connsiteX117" fmla="*/ 3365154 w 12192000"/>
              <a:gd name="connsiteY117" fmla="*/ 226416 h 4939827"/>
              <a:gd name="connsiteX118" fmla="*/ 3367507 w 12192000"/>
              <a:gd name="connsiteY118" fmla="*/ 225416 h 4939827"/>
              <a:gd name="connsiteX119" fmla="*/ 3387567 w 12192000"/>
              <a:gd name="connsiteY119" fmla="*/ 227103 h 4939827"/>
              <a:gd name="connsiteX120" fmla="*/ 3498001 w 12192000"/>
              <a:gd name="connsiteY120" fmla="*/ 231941 h 4939827"/>
              <a:gd name="connsiteX121" fmla="*/ 3561557 w 12192000"/>
              <a:gd name="connsiteY121" fmla="*/ 228095 h 4939827"/>
              <a:gd name="connsiteX122" fmla="*/ 3611920 w 12192000"/>
              <a:gd name="connsiteY122" fmla="*/ 218094 h 4939827"/>
              <a:gd name="connsiteX123" fmla="*/ 3620528 w 12192000"/>
              <a:gd name="connsiteY123" fmla="*/ 218788 h 4939827"/>
              <a:gd name="connsiteX124" fmla="*/ 3620766 w 12192000"/>
              <a:gd name="connsiteY124" fmla="*/ 218511 h 4939827"/>
              <a:gd name="connsiteX125" fmla="*/ 3629977 w 12192000"/>
              <a:gd name="connsiteY125" fmla="*/ 218664 h 4939827"/>
              <a:gd name="connsiteX126" fmla="*/ 3636217 w 12192000"/>
              <a:gd name="connsiteY126" fmla="*/ 220048 h 4939827"/>
              <a:gd name="connsiteX127" fmla="*/ 3709484 w 12192000"/>
              <a:gd name="connsiteY127" fmla="*/ 186927 h 4939827"/>
              <a:gd name="connsiteX128" fmla="*/ 3761342 w 12192000"/>
              <a:gd name="connsiteY128" fmla="*/ 177474 h 4939827"/>
              <a:gd name="connsiteX129" fmla="*/ 3799748 w 12192000"/>
              <a:gd name="connsiteY129" fmla="*/ 167154 h 4939827"/>
              <a:gd name="connsiteX130" fmla="*/ 3922756 w 12192000"/>
              <a:gd name="connsiteY130" fmla="*/ 194044 h 4939827"/>
              <a:gd name="connsiteX131" fmla="*/ 4028476 w 12192000"/>
              <a:gd name="connsiteY131" fmla="*/ 223679 h 4939827"/>
              <a:gd name="connsiteX132" fmla="*/ 4191582 w 12192000"/>
              <a:gd name="connsiteY132" fmla="*/ 238952 h 4939827"/>
              <a:gd name="connsiteX133" fmla="*/ 4251024 w 12192000"/>
              <a:gd name="connsiteY133" fmla="*/ 240874 h 4939827"/>
              <a:gd name="connsiteX134" fmla="*/ 4355275 w 12192000"/>
              <a:gd name="connsiteY134" fmla="*/ 260205 h 4939827"/>
              <a:gd name="connsiteX135" fmla="*/ 4423807 w 12192000"/>
              <a:gd name="connsiteY135" fmla="*/ 270366 h 4939827"/>
              <a:gd name="connsiteX136" fmla="*/ 4558432 w 12192000"/>
              <a:gd name="connsiteY136" fmla="*/ 269194 h 4939827"/>
              <a:gd name="connsiteX137" fmla="*/ 4635061 w 12192000"/>
              <a:gd name="connsiteY137" fmla="*/ 280682 h 4939827"/>
              <a:gd name="connsiteX138" fmla="*/ 4807427 w 12192000"/>
              <a:gd name="connsiteY138" fmla="*/ 276835 h 4939827"/>
              <a:gd name="connsiteX139" fmla="*/ 5028933 w 12192000"/>
              <a:gd name="connsiteY139" fmla="*/ 183887 h 4939827"/>
              <a:gd name="connsiteX140" fmla="*/ 5093642 w 12192000"/>
              <a:gd name="connsiteY140" fmla="*/ 177214 h 4939827"/>
              <a:gd name="connsiteX141" fmla="*/ 5102642 w 12192000"/>
              <a:gd name="connsiteY141" fmla="*/ 186816 h 4939827"/>
              <a:gd name="connsiteX142" fmla="*/ 5193590 w 12192000"/>
              <a:gd name="connsiteY142" fmla="*/ 156458 h 4939827"/>
              <a:gd name="connsiteX143" fmla="*/ 5323922 w 12192000"/>
              <a:gd name="connsiteY143" fmla="*/ 146332 h 4939827"/>
              <a:gd name="connsiteX144" fmla="*/ 5421860 w 12192000"/>
              <a:gd name="connsiteY144" fmla="*/ 167298 h 4939827"/>
              <a:gd name="connsiteX145" fmla="*/ 5476948 w 12192000"/>
              <a:gd name="connsiteY145" fmla="*/ 173249 h 4939827"/>
              <a:gd name="connsiteX146" fmla="*/ 5516842 w 12192000"/>
              <a:gd name="connsiteY146" fmla="*/ 184018 h 4939827"/>
              <a:gd name="connsiteX147" fmla="*/ 5619415 w 12192000"/>
              <a:gd name="connsiteY147" fmla="*/ 176781 h 4939827"/>
              <a:gd name="connsiteX148" fmla="*/ 5789867 w 12192000"/>
              <a:gd name="connsiteY148" fmla="*/ 150304 h 4939827"/>
              <a:gd name="connsiteX149" fmla="*/ 5825953 w 12192000"/>
              <a:gd name="connsiteY149" fmla="*/ 147907 h 4939827"/>
              <a:gd name="connsiteX150" fmla="*/ 5856168 w 12192000"/>
              <a:gd name="connsiteY150" fmla="*/ 158719 h 4939827"/>
              <a:gd name="connsiteX151" fmla="*/ 5862476 w 12192000"/>
              <a:gd name="connsiteY151" fmla="*/ 172447 h 4939827"/>
              <a:gd name="connsiteX152" fmla="*/ 5882195 w 12192000"/>
              <a:gd name="connsiteY152" fmla="*/ 173195 h 4939827"/>
              <a:gd name="connsiteX153" fmla="*/ 5887271 w 12192000"/>
              <a:gd name="connsiteY153" fmla="*/ 176084 h 4939827"/>
              <a:gd name="connsiteX154" fmla="*/ 5921577 w 12192000"/>
              <a:gd name="connsiteY154" fmla="*/ 169858 h 4939827"/>
              <a:gd name="connsiteX155" fmla="*/ 5983240 w 12192000"/>
              <a:gd name="connsiteY155" fmla="*/ 152755 h 4939827"/>
              <a:gd name="connsiteX156" fmla="*/ 6152287 w 12192000"/>
              <a:gd name="connsiteY156" fmla="*/ 116736 h 4939827"/>
              <a:gd name="connsiteX157" fmla="*/ 6415830 w 12192000"/>
              <a:gd name="connsiteY157" fmla="*/ 136006 h 4939827"/>
              <a:gd name="connsiteX158" fmla="*/ 6756965 w 12192000"/>
              <a:gd name="connsiteY158" fmla="*/ 57636 h 4939827"/>
              <a:gd name="connsiteX159" fmla="*/ 6819400 w 12192000"/>
              <a:gd name="connsiteY159" fmla="*/ 30742 h 4939827"/>
              <a:gd name="connsiteX160" fmla="*/ 6986370 w 12192000"/>
              <a:gd name="connsiteY160" fmla="*/ 12659 h 4939827"/>
              <a:gd name="connsiteX161" fmla="*/ 6989536 w 12192000"/>
              <a:gd name="connsiteY161" fmla="*/ 14528 h 4939827"/>
              <a:gd name="connsiteX162" fmla="*/ 7015933 w 12192000"/>
              <a:gd name="connsiteY162" fmla="*/ 9653 h 4939827"/>
              <a:gd name="connsiteX163" fmla="*/ 7020592 w 12192000"/>
              <a:gd name="connsiteY163" fmla="*/ 1651 h 4939827"/>
              <a:gd name="connsiteX164" fmla="*/ 7025905 w 12192000"/>
              <a:gd name="connsiteY164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732750 w 12192000"/>
              <a:gd name="connsiteY13" fmla="*/ 145456 h 4939827"/>
              <a:gd name="connsiteX14" fmla="*/ 7785900 w 12192000"/>
              <a:gd name="connsiteY14" fmla="*/ 154493 h 4939827"/>
              <a:gd name="connsiteX15" fmla="*/ 7877301 w 12192000"/>
              <a:gd name="connsiteY15" fmla="*/ 186153 h 4939827"/>
              <a:gd name="connsiteX16" fmla="*/ 7952584 w 12192000"/>
              <a:gd name="connsiteY16" fmla="*/ 170181 h 4939827"/>
              <a:gd name="connsiteX17" fmla="*/ 8009534 w 12192000"/>
              <a:gd name="connsiteY17" fmla="*/ 176441 h 4939827"/>
              <a:gd name="connsiteX18" fmla="*/ 8058681 w 12192000"/>
              <a:gd name="connsiteY18" fmla="*/ 219431 h 4939827"/>
              <a:gd name="connsiteX19" fmla="*/ 8126175 w 12192000"/>
              <a:gd name="connsiteY19" fmla="*/ 240005 h 4939827"/>
              <a:gd name="connsiteX20" fmla="*/ 8166439 w 12192000"/>
              <a:gd name="connsiteY20" fmla="*/ 252699 h 4939827"/>
              <a:gd name="connsiteX21" fmla="*/ 8281371 w 12192000"/>
              <a:gd name="connsiteY21" fmla="*/ 256875 h 4939827"/>
              <a:gd name="connsiteX22" fmla="*/ 8381609 w 12192000"/>
              <a:gd name="connsiteY22" fmla="*/ 240618 h 4939827"/>
              <a:gd name="connsiteX23" fmla="*/ 8406759 w 12192000"/>
              <a:gd name="connsiteY23" fmla="*/ 232517 h 4939827"/>
              <a:gd name="connsiteX24" fmla="*/ 8426506 w 12192000"/>
              <a:gd name="connsiteY24" fmla="*/ 241842 h 4939827"/>
              <a:gd name="connsiteX25" fmla="*/ 8427949 w 12192000"/>
              <a:gd name="connsiteY25" fmla="*/ 240981 h 4939827"/>
              <a:gd name="connsiteX26" fmla="*/ 8441468 w 12192000"/>
              <a:gd name="connsiteY26" fmla="*/ 241157 h 4939827"/>
              <a:gd name="connsiteX27" fmla="*/ 8565757 w 12192000"/>
              <a:gd name="connsiteY27" fmla="*/ 255317 h 4939827"/>
              <a:gd name="connsiteX28" fmla="*/ 8573171 w 12192000"/>
              <a:gd name="connsiteY28" fmla="*/ 258426 h 4939827"/>
              <a:gd name="connsiteX29" fmla="*/ 8573548 w 12192000"/>
              <a:gd name="connsiteY29" fmla="*/ 258241 h 4939827"/>
              <a:gd name="connsiteX30" fmla="*/ 8581827 w 12192000"/>
              <a:gd name="connsiteY30" fmla="*/ 261028 h 4939827"/>
              <a:gd name="connsiteX31" fmla="*/ 8586687 w 12192000"/>
              <a:gd name="connsiteY31" fmla="*/ 264089 h 4939827"/>
              <a:gd name="connsiteX32" fmla="*/ 8601067 w 12192000"/>
              <a:gd name="connsiteY32" fmla="*/ 270114 h 4939827"/>
              <a:gd name="connsiteX33" fmla="*/ 8672650 w 12192000"/>
              <a:gd name="connsiteY33" fmla="*/ 254821 h 4939827"/>
              <a:gd name="connsiteX34" fmla="*/ 8785543 w 12192000"/>
              <a:gd name="connsiteY34" fmla="*/ 263406 h 4939827"/>
              <a:gd name="connsiteX35" fmla="*/ 8830588 w 12192000"/>
              <a:gd name="connsiteY35" fmla="*/ 265483 h 4939827"/>
              <a:gd name="connsiteX36" fmla="*/ 8905142 w 12192000"/>
              <a:gd name="connsiteY36" fmla="*/ 264958 h 4939827"/>
              <a:gd name="connsiteX37" fmla="*/ 8968582 w 12192000"/>
              <a:gd name="connsiteY37" fmla="*/ 262728 h 4939827"/>
              <a:gd name="connsiteX38" fmla="*/ 8972994 w 12192000"/>
              <a:gd name="connsiteY38" fmla="*/ 263284 h 4939827"/>
              <a:gd name="connsiteX39" fmla="*/ 9004605 w 12192000"/>
              <a:gd name="connsiteY39" fmla="*/ 258041 h 4939827"/>
              <a:gd name="connsiteX40" fmla="*/ 9016165 w 12192000"/>
              <a:gd name="connsiteY40" fmla="*/ 261258 h 4939827"/>
              <a:gd name="connsiteX41" fmla="*/ 9043297 w 12192000"/>
              <a:gd name="connsiteY41" fmla="*/ 281547 h 4939827"/>
              <a:gd name="connsiteX42" fmla="*/ 9048315 w 12192000"/>
              <a:gd name="connsiteY42" fmla="*/ 279264 h 4939827"/>
              <a:gd name="connsiteX43" fmla="*/ 9054706 w 12192000"/>
              <a:gd name="connsiteY43" fmla="*/ 278538 h 4939827"/>
              <a:gd name="connsiteX44" fmla="*/ 9070919 w 12192000"/>
              <a:gd name="connsiteY44" fmla="*/ 281810 h 4939827"/>
              <a:gd name="connsiteX45" fmla="*/ 9076813 w 12192000"/>
              <a:gd name="connsiteY45" fmla="*/ 283909 h 4939827"/>
              <a:gd name="connsiteX46" fmla="*/ 9085871 w 12192000"/>
              <a:gd name="connsiteY46" fmla="*/ 285133 h 4939827"/>
              <a:gd name="connsiteX47" fmla="*/ 9086159 w 12192000"/>
              <a:gd name="connsiteY47" fmla="*/ 284887 h 4939827"/>
              <a:gd name="connsiteX48" fmla="*/ 9134606 w 12192000"/>
              <a:gd name="connsiteY48" fmla="*/ 288168 h 4939827"/>
              <a:gd name="connsiteX49" fmla="*/ 9195590 w 12192000"/>
              <a:gd name="connsiteY49" fmla="*/ 279568 h 4939827"/>
              <a:gd name="connsiteX50" fmla="*/ 9219336 w 12192000"/>
              <a:gd name="connsiteY50" fmla="*/ 278133 h 4939827"/>
              <a:gd name="connsiteX51" fmla="*/ 9232362 w 12192000"/>
              <a:gd name="connsiteY51" fmla="*/ 275894 h 4939827"/>
              <a:gd name="connsiteX52" fmla="*/ 9233396 w 12192000"/>
              <a:gd name="connsiteY52" fmla="*/ 274803 h 4939827"/>
              <a:gd name="connsiteX53" fmla="*/ 9256213 w 12192000"/>
              <a:gd name="connsiteY53" fmla="*/ 281576 h 4939827"/>
              <a:gd name="connsiteX54" fmla="*/ 9371484 w 12192000"/>
              <a:gd name="connsiteY54" fmla="*/ 329634 h 4939827"/>
              <a:gd name="connsiteX55" fmla="*/ 9404829 w 12192000"/>
              <a:gd name="connsiteY55" fmla="*/ 339038 h 4939827"/>
              <a:gd name="connsiteX56" fmla="*/ 9427021 w 12192000"/>
              <a:gd name="connsiteY56" fmla="*/ 358784 h 4939827"/>
              <a:gd name="connsiteX57" fmla="*/ 9670844 w 12192000"/>
              <a:gd name="connsiteY57" fmla="*/ 405128 h 4939827"/>
              <a:gd name="connsiteX58" fmla="*/ 9816083 w 12192000"/>
              <a:gd name="connsiteY58" fmla="*/ 416573 h 4939827"/>
              <a:gd name="connsiteX59" fmla="*/ 9936741 w 12192000"/>
              <a:gd name="connsiteY59" fmla="*/ 437044 h 4939827"/>
              <a:gd name="connsiteX60" fmla="*/ 10050093 w 12192000"/>
              <a:gd name="connsiteY60" fmla="*/ 443783 h 4939827"/>
              <a:gd name="connsiteX61" fmla="*/ 10130090 w 12192000"/>
              <a:gd name="connsiteY61" fmla="*/ 459520 h 4939827"/>
              <a:gd name="connsiteX62" fmla="*/ 10173456 w 12192000"/>
              <a:gd name="connsiteY62" fmla="*/ 457749 h 4939827"/>
              <a:gd name="connsiteX63" fmla="*/ 10218232 w 12192000"/>
              <a:gd name="connsiteY63" fmla="*/ 459820 h 4939827"/>
              <a:gd name="connsiteX64" fmla="*/ 10354176 w 12192000"/>
              <a:gd name="connsiteY64" fmla="*/ 471377 h 4939827"/>
              <a:gd name="connsiteX65" fmla="*/ 10430681 w 12192000"/>
              <a:gd name="connsiteY65" fmla="*/ 481226 h 4939827"/>
              <a:gd name="connsiteX66" fmla="*/ 10478169 w 12192000"/>
              <a:gd name="connsiteY66" fmla="*/ 481774 h 4939827"/>
              <a:gd name="connsiteX67" fmla="*/ 10540907 w 12192000"/>
              <a:gd name="connsiteY67" fmla="*/ 485607 h 4939827"/>
              <a:gd name="connsiteX68" fmla="*/ 10614941 w 12192000"/>
              <a:gd name="connsiteY68" fmla="*/ 487592 h 4939827"/>
              <a:gd name="connsiteX69" fmla="*/ 10674098 w 12192000"/>
              <a:gd name="connsiteY69" fmla="*/ 521656 h 4939827"/>
              <a:gd name="connsiteX70" fmla="*/ 10874834 w 12192000"/>
              <a:gd name="connsiteY70" fmla="*/ 574867 h 4939827"/>
              <a:gd name="connsiteX71" fmla="*/ 10944981 w 12192000"/>
              <a:gd name="connsiteY71" fmla="*/ 615042 h 4939827"/>
              <a:gd name="connsiteX72" fmla="*/ 11006376 w 12192000"/>
              <a:gd name="connsiteY72" fmla="*/ 645957 h 4939827"/>
              <a:gd name="connsiteX73" fmla="*/ 11076308 w 12192000"/>
              <a:gd name="connsiteY73" fmla="*/ 675698 h 4939827"/>
              <a:gd name="connsiteX74" fmla="*/ 11148789 w 12192000"/>
              <a:gd name="connsiteY74" fmla="*/ 685041 h 4939827"/>
              <a:gd name="connsiteX75" fmla="*/ 11249129 w 12192000"/>
              <a:gd name="connsiteY75" fmla="*/ 684218 h 4939827"/>
              <a:gd name="connsiteX76" fmla="*/ 11299915 w 12192000"/>
              <a:gd name="connsiteY76" fmla="*/ 692177 h 4939827"/>
              <a:gd name="connsiteX77" fmla="*/ 11386973 w 12192000"/>
              <a:gd name="connsiteY77" fmla="*/ 708209 h 4939827"/>
              <a:gd name="connsiteX78" fmla="*/ 11500105 w 12192000"/>
              <a:gd name="connsiteY78" fmla="*/ 735014 h 4939827"/>
              <a:gd name="connsiteX79" fmla="*/ 11621735 w 12192000"/>
              <a:gd name="connsiteY79" fmla="*/ 789584 h 4939827"/>
              <a:gd name="connsiteX80" fmla="*/ 11691200 w 12192000"/>
              <a:gd name="connsiteY80" fmla="*/ 867902 h 4939827"/>
              <a:gd name="connsiteX81" fmla="*/ 11819427 w 12192000"/>
              <a:gd name="connsiteY81" fmla="*/ 911634 h 4939827"/>
              <a:gd name="connsiteX82" fmla="*/ 11969720 w 12192000"/>
              <a:gd name="connsiteY82" fmla="*/ 964737 h 4939827"/>
              <a:gd name="connsiteX83" fmla="*/ 12055766 w 12192000"/>
              <a:gd name="connsiteY83" fmla="*/ 991268 h 4939827"/>
              <a:gd name="connsiteX84" fmla="*/ 12171539 w 12192000"/>
              <a:gd name="connsiteY84" fmla="*/ 995427 h 4939827"/>
              <a:gd name="connsiteX85" fmla="*/ 12187831 w 12192000"/>
              <a:gd name="connsiteY85" fmla="*/ 996580 h 4939827"/>
              <a:gd name="connsiteX86" fmla="*/ 12192000 w 12192000"/>
              <a:gd name="connsiteY86" fmla="*/ 996726 h 4939827"/>
              <a:gd name="connsiteX87" fmla="*/ 12192000 w 12192000"/>
              <a:gd name="connsiteY87" fmla="*/ 4939827 h 4939827"/>
              <a:gd name="connsiteX88" fmla="*/ 0 w 12192000"/>
              <a:gd name="connsiteY88" fmla="*/ 4939827 h 4939827"/>
              <a:gd name="connsiteX89" fmla="*/ 0 w 12192000"/>
              <a:gd name="connsiteY89" fmla="*/ 512043 h 4939827"/>
              <a:gd name="connsiteX90" fmla="*/ 7381 w 12192000"/>
              <a:gd name="connsiteY90" fmla="*/ 512580 h 4939827"/>
              <a:gd name="connsiteX91" fmla="*/ 100029 w 12192000"/>
              <a:gd name="connsiteY91" fmla="*/ 504758 h 4939827"/>
              <a:gd name="connsiteX92" fmla="*/ 155244 w 12192000"/>
              <a:gd name="connsiteY92" fmla="*/ 525130 h 4939827"/>
              <a:gd name="connsiteX93" fmla="*/ 254366 w 12192000"/>
              <a:gd name="connsiteY93" fmla="*/ 534449 h 4939827"/>
              <a:gd name="connsiteX94" fmla="*/ 447292 w 12192000"/>
              <a:gd name="connsiteY94" fmla="*/ 542725 h 4939827"/>
              <a:gd name="connsiteX95" fmla="*/ 628105 w 12192000"/>
              <a:gd name="connsiteY95" fmla="*/ 547853 h 4939827"/>
              <a:gd name="connsiteX96" fmla="*/ 783146 w 12192000"/>
              <a:gd name="connsiteY96" fmla="*/ 591799 h 4939827"/>
              <a:gd name="connsiteX97" fmla="*/ 1043676 w 12192000"/>
              <a:gd name="connsiteY97" fmla="*/ 591887 h 4939827"/>
              <a:gd name="connsiteX98" fmla="*/ 1281816 w 12192000"/>
              <a:gd name="connsiteY98" fmla="*/ 520946 h 4939827"/>
              <a:gd name="connsiteX99" fmla="*/ 1486347 w 12192000"/>
              <a:gd name="connsiteY99" fmla="*/ 487310 h 4939827"/>
              <a:gd name="connsiteX100" fmla="*/ 1568079 w 12192000"/>
              <a:gd name="connsiteY100" fmla="*/ 462531 h 4939827"/>
              <a:gd name="connsiteX101" fmla="*/ 1622516 w 12192000"/>
              <a:gd name="connsiteY101" fmla="*/ 466058 h 4939827"/>
              <a:gd name="connsiteX102" fmla="*/ 1655457 w 12192000"/>
              <a:gd name="connsiteY102" fmla="*/ 465359 h 4939827"/>
              <a:gd name="connsiteX103" fmla="*/ 1717454 w 12192000"/>
              <a:gd name="connsiteY103" fmla="*/ 417203 h 4939827"/>
              <a:gd name="connsiteX104" fmla="*/ 1913794 w 12192000"/>
              <a:gd name="connsiteY104" fmla="*/ 365255 h 4939827"/>
              <a:gd name="connsiteX105" fmla="*/ 2129762 w 12192000"/>
              <a:gd name="connsiteY105" fmla="*/ 367832 h 4939827"/>
              <a:gd name="connsiteX106" fmla="*/ 2376970 w 12192000"/>
              <a:gd name="connsiteY106" fmla="*/ 350129 h 4939827"/>
              <a:gd name="connsiteX107" fmla="*/ 2480155 w 12192000"/>
              <a:gd name="connsiteY107" fmla="*/ 359227 h 4939827"/>
              <a:gd name="connsiteX108" fmla="*/ 2586782 w 12192000"/>
              <a:gd name="connsiteY108" fmla="*/ 339352 h 4939827"/>
              <a:gd name="connsiteX109" fmla="*/ 2679617 w 12192000"/>
              <a:gd name="connsiteY109" fmla="*/ 305383 h 4939827"/>
              <a:gd name="connsiteX110" fmla="*/ 2788947 w 12192000"/>
              <a:gd name="connsiteY110" fmla="*/ 250375 h 4939827"/>
              <a:gd name="connsiteX111" fmla="*/ 2965530 w 12192000"/>
              <a:gd name="connsiteY111" fmla="*/ 245958 h 4939827"/>
              <a:gd name="connsiteX112" fmla="*/ 3103677 w 12192000"/>
              <a:gd name="connsiteY112" fmla="*/ 209527 h 4939827"/>
              <a:gd name="connsiteX113" fmla="*/ 3126759 w 12192000"/>
              <a:gd name="connsiteY113" fmla="*/ 211226 h 4939827"/>
              <a:gd name="connsiteX114" fmla="*/ 3164020 w 12192000"/>
              <a:gd name="connsiteY114" fmla="*/ 212779 h 4939827"/>
              <a:gd name="connsiteX115" fmla="*/ 3285019 w 12192000"/>
              <a:gd name="connsiteY115" fmla="*/ 220535 h 4939827"/>
              <a:gd name="connsiteX116" fmla="*/ 3365154 w 12192000"/>
              <a:gd name="connsiteY116" fmla="*/ 226416 h 4939827"/>
              <a:gd name="connsiteX117" fmla="*/ 3367507 w 12192000"/>
              <a:gd name="connsiteY117" fmla="*/ 225416 h 4939827"/>
              <a:gd name="connsiteX118" fmla="*/ 3387567 w 12192000"/>
              <a:gd name="connsiteY118" fmla="*/ 227103 h 4939827"/>
              <a:gd name="connsiteX119" fmla="*/ 3498001 w 12192000"/>
              <a:gd name="connsiteY119" fmla="*/ 231941 h 4939827"/>
              <a:gd name="connsiteX120" fmla="*/ 3561557 w 12192000"/>
              <a:gd name="connsiteY120" fmla="*/ 228095 h 4939827"/>
              <a:gd name="connsiteX121" fmla="*/ 3611920 w 12192000"/>
              <a:gd name="connsiteY121" fmla="*/ 218094 h 4939827"/>
              <a:gd name="connsiteX122" fmla="*/ 3620528 w 12192000"/>
              <a:gd name="connsiteY122" fmla="*/ 218788 h 4939827"/>
              <a:gd name="connsiteX123" fmla="*/ 3620766 w 12192000"/>
              <a:gd name="connsiteY123" fmla="*/ 218511 h 4939827"/>
              <a:gd name="connsiteX124" fmla="*/ 3629977 w 12192000"/>
              <a:gd name="connsiteY124" fmla="*/ 218664 h 4939827"/>
              <a:gd name="connsiteX125" fmla="*/ 3636217 w 12192000"/>
              <a:gd name="connsiteY125" fmla="*/ 220048 h 4939827"/>
              <a:gd name="connsiteX126" fmla="*/ 3709484 w 12192000"/>
              <a:gd name="connsiteY126" fmla="*/ 186927 h 4939827"/>
              <a:gd name="connsiteX127" fmla="*/ 3761342 w 12192000"/>
              <a:gd name="connsiteY127" fmla="*/ 177474 h 4939827"/>
              <a:gd name="connsiteX128" fmla="*/ 3799748 w 12192000"/>
              <a:gd name="connsiteY128" fmla="*/ 167154 h 4939827"/>
              <a:gd name="connsiteX129" fmla="*/ 3922756 w 12192000"/>
              <a:gd name="connsiteY129" fmla="*/ 194044 h 4939827"/>
              <a:gd name="connsiteX130" fmla="*/ 4028476 w 12192000"/>
              <a:gd name="connsiteY130" fmla="*/ 223679 h 4939827"/>
              <a:gd name="connsiteX131" fmla="*/ 4191582 w 12192000"/>
              <a:gd name="connsiteY131" fmla="*/ 238952 h 4939827"/>
              <a:gd name="connsiteX132" fmla="*/ 4251024 w 12192000"/>
              <a:gd name="connsiteY132" fmla="*/ 240874 h 4939827"/>
              <a:gd name="connsiteX133" fmla="*/ 4355275 w 12192000"/>
              <a:gd name="connsiteY133" fmla="*/ 260205 h 4939827"/>
              <a:gd name="connsiteX134" fmla="*/ 4423807 w 12192000"/>
              <a:gd name="connsiteY134" fmla="*/ 270366 h 4939827"/>
              <a:gd name="connsiteX135" fmla="*/ 4558432 w 12192000"/>
              <a:gd name="connsiteY135" fmla="*/ 269194 h 4939827"/>
              <a:gd name="connsiteX136" fmla="*/ 4635061 w 12192000"/>
              <a:gd name="connsiteY136" fmla="*/ 280682 h 4939827"/>
              <a:gd name="connsiteX137" fmla="*/ 4807427 w 12192000"/>
              <a:gd name="connsiteY137" fmla="*/ 276835 h 4939827"/>
              <a:gd name="connsiteX138" fmla="*/ 5028933 w 12192000"/>
              <a:gd name="connsiteY138" fmla="*/ 183887 h 4939827"/>
              <a:gd name="connsiteX139" fmla="*/ 5093642 w 12192000"/>
              <a:gd name="connsiteY139" fmla="*/ 177214 h 4939827"/>
              <a:gd name="connsiteX140" fmla="*/ 5102642 w 12192000"/>
              <a:gd name="connsiteY140" fmla="*/ 186816 h 4939827"/>
              <a:gd name="connsiteX141" fmla="*/ 5193590 w 12192000"/>
              <a:gd name="connsiteY141" fmla="*/ 156458 h 4939827"/>
              <a:gd name="connsiteX142" fmla="*/ 5323922 w 12192000"/>
              <a:gd name="connsiteY142" fmla="*/ 146332 h 4939827"/>
              <a:gd name="connsiteX143" fmla="*/ 5421860 w 12192000"/>
              <a:gd name="connsiteY143" fmla="*/ 167298 h 4939827"/>
              <a:gd name="connsiteX144" fmla="*/ 5476948 w 12192000"/>
              <a:gd name="connsiteY144" fmla="*/ 173249 h 4939827"/>
              <a:gd name="connsiteX145" fmla="*/ 5516842 w 12192000"/>
              <a:gd name="connsiteY145" fmla="*/ 184018 h 4939827"/>
              <a:gd name="connsiteX146" fmla="*/ 5619415 w 12192000"/>
              <a:gd name="connsiteY146" fmla="*/ 176781 h 4939827"/>
              <a:gd name="connsiteX147" fmla="*/ 5789867 w 12192000"/>
              <a:gd name="connsiteY147" fmla="*/ 150304 h 4939827"/>
              <a:gd name="connsiteX148" fmla="*/ 5825953 w 12192000"/>
              <a:gd name="connsiteY148" fmla="*/ 147907 h 4939827"/>
              <a:gd name="connsiteX149" fmla="*/ 5856168 w 12192000"/>
              <a:gd name="connsiteY149" fmla="*/ 158719 h 4939827"/>
              <a:gd name="connsiteX150" fmla="*/ 5862476 w 12192000"/>
              <a:gd name="connsiteY150" fmla="*/ 172447 h 4939827"/>
              <a:gd name="connsiteX151" fmla="*/ 5882195 w 12192000"/>
              <a:gd name="connsiteY151" fmla="*/ 173195 h 4939827"/>
              <a:gd name="connsiteX152" fmla="*/ 5887271 w 12192000"/>
              <a:gd name="connsiteY152" fmla="*/ 176084 h 4939827"/>
              <a:gd name="connsiteX153" fmla="*/ 5921577 w 12192000"/>
              <a:gd name="connsiteY153" fmla="*/ 169858 h 4939827"/>
              <a:gd name="connsiteX154" fmla="*/ 5983240 w 12192000"/>
              <a:gd name="connsiteY154" fmla="*/ 152755 h 4939827"/>
              <a:gd name="connsiteX155" fmla="*/ 6152287 w 12192000"/>
              <a:gd name="connsiteY155" fmla="*/ 116736 h 4939827"/>
              <a:gd name="connsiteX156" fmla="*/ 6415830 w 12192000"/>
              <a:gd name="connsiteY156" fmla="*/ 136006 h 4939827"/>
              <a:gd name="connsiteX157" fmla="*/ 6756965 w 12192000"/>
              <a:gd name="connsiteY157" fmla="*/ 57636 h 4939827"/>
              <a:gd name="connsiteX158" fmla="*/ 6819400 w 12192000"/>
              <a:gd name="connsiteY158" fmla="*/ 30742 h 4939827"/>
              <a:gd name="connsiteX159" fmla="*/ 6986370 w 12192000"/>
              <a:gd name="connsiteY159" fmla="*/ 12659 h 4939827"/>
              <a:gd name="connsiteX160" fmla="*/ 6989536 w 12192000"/>
              <a:gd name="connsiteY160" fmla="*/ 14528 h 4939827"/>
              <a:gd name="connsiteX161" fmla="*/ 7015933 w 12192000"/>
              <a:gd name="connsiteY161" fmla="*/ 9653 h 4939827"/>
              <a:gd name="connsiteX162" fmla="*/ 7020592 w 12192000"/>
              <a:gd name="connsiteY162" fmla="*/ 1651 h 4939827"/>
              <a:gd name="connsiteX163" fmla="*/ 7025905 w 12192000"/>
              <a:gd name="connsiteY163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732750 w 12192000"/>
              <a:gd name="connsiteY13" fmla="*/ 145456 h 4939827"/>
              <a:gd name="connsiteX14" fmla="*/ 7785900 w 12192000"/>
              <a:gd name="connsiteY14" fmla="*/ 154493 h 4939827"/>
              <a:gd name="connsiteX15" fmla="*/ 7952584 w 12192000"/>
              <a:gd name="connsiteY15" fmla="*/ 170181 h 4939827"/>
              <a:gd name="connsiteX16" fmla="*/ 8009534 w 12192000"/>
              <a:gd name="connsiteY16" fmla="*/ 176441 h 4939827"/>
              <a:gd name="connsiteX17" fmla="*/ 8058681 w 12192000"/>
              <a:gd name="connsiteY17" fmla="*/ 219431 h 4939827"/>
              <a:gd name="connsiteX18" fmla="*/ 8126175 w 12192000"/>
              <a:gd name="connsiteY18" fmla="*/ 240005 h 4939827"/>
              <a:gd name="connsiteX19" fmla="*/ 8166439 w 12192000"/>
              <a:gd name="connsiteY19" fmla="*/ 252699 h 4939827"/>
              <a:gd name="connsiteX20" fmla="*/ 8281371 w 12192000"/>
              <a:gd name="connsiteY20" fmla="*/ 256875 h 4939827"/>
              <a:gd name="connsiteX21" fmla="*/ 8381609 w 12192000"/>
              <a:gd name="connsiteY21" fmla="*/ 240618 h 4939827"/>
              <a:gd name="connsiteX22" fmla="*/ 8406759 w 12192000"/>
              <a:gd name="connsiteY22" fmla="*/ 232517 h 4939827"/>
              <a:gd name="connsiteX23" fmla="*/ 8426506 w 12192000"/>
              <a:gd name="connsiteY23" fmla="*/ 241842 h 4939827"/>
              <a:gd name="connsiteX24" fmla="*/ 8427949 w 12192000"/>
              <a:gd name="connsiteY24" fmla="*/ 240981 h 4939827"/>
              <a:gd name="connsiteX25" fmla="*/ 8441468 w 12192000"/>
              <a:gd name="connsiteY25" fmla="*/ 241157 h 4939827"/>
              <a:gd name="connsiteX26" fmla="*/ 8565757 w 12192000"/>
              <a:gd name="connsiteY26" fmla="*/ 255317 h 4939827"/>
              <a:gd name="connsiteX27" fmla="*/ 8573171 w 12192000"/>
              <a:gd name="connsiteY27" fmla="*/ 258426 h 4939827"/>
              <a:gd name="connsiteX28" fmla="*/ 8573548 w 12192000"/>
              <a:gd name="connsiteY28" fmla="*/ 258241 h 4939827"/>
              <a:gd name="connsiteX29" fmla="*/ 8581827 w 12192000"/>
              <a:gd name="connsiteY29" fmla="*/ 261028 h 4939827"/>
              <a:gd name="connsiteX30" fmla="*/ 8586687 w 12192000"/>
              <a:gd name="connsiteY30" fmla="*/ 264089 h 4939827"/>
              <a:gd name="connsiteX31" fmla="*/ 8601067 w 12192000"/>
              <a:gd name="connsiteY31" fmla="*/ 270114 h 4939827"/>
              <a:gd name="connsiteX32" fmla="*/ 8672650 w 12192000"/>
              <a:gd name="connsiteY32" fmla="*/ 254821 h 4939827"/>
              <a:gd name="connsiteX33" fmla="*/ 8785543 w 12192000"/>
              <a:gd name="connsiteY33" fmla="*/ 263406 h 4939827"/>
              <a:gd name="connsiteX34" fmla="*/ 8830588 w 12192000"/>
              <a:gd name="connsiteY34" fmla="*/ 265483 h 4939827"/>
              <a:gd name="connsiteX35" fmla="*/ 8905142 w 12192000"/>
              <a:gd name="connsiteY35" fmla="*/ 264958 h 4939827"/>
              <a:gd name="connsiteX36" fmla="*/ 8968582 w 12192000"/>
              <a:gd name="connsiteY36" fmla="*/ 262728 h 4939827"/>
              <a:gd name="connsiteX37" fmla="*/ 8972994 w 12192000"/>
              <a:gd name="connsiteY37" fmla="*/ 263284 h 4939827"/>
              <a:gd name="connsiteX38" fmla="*/ 9004605 w 12192000"/>
              <a:gd name="connsiteY38" fmla="*/ 258041 h 4939827"/>
              <a:gd name="connsiteX39" fmla="*/ 9016165 w 12192000"/>
              <a:gd name="connsiteY39" fmla="*/ 261258 h 4939827"/>
              <a:gd name="connsiteX40" fmla="*/ 9043297 w 12192000"/>
              <a:gd name="connsiteY40" fmla="*/ 281547 h 4939827"/>
              <a:gd name="connsiteX41" fmla="*/ 9048315 w 12192000"/>
              <a:gd name="connsiteY41" fmla="*/ 279264 h 4939827"/>
              <a:gd name="connsiteX42" fmla="*/ 9054706 w 12192000"/>
              <a:gd name="connsiteY42" fmla="*/ 278538 h 4939827"/>
              <a:gd name="connsiteX43" fmla="*/ 9070919 w 12192000"/>
              <a:gd name="connsiteY43" fmla="*/ 281810 h 4939827"/>
              <a:gd name="connsiteX44" fmla="*/ 9076813 w 12192000"/>
              <a:gd name="connsiteY44" fmla="*/ 283909 h 4939827"/>
              <a:gd name="connsiteX45" fmla="*/ 9085871 w 12192000"/>
              <a:gd name="connsiteY45" fmla="*/ 285133 h 4939827"/>
              <a:gd name="connsiteX46" fmla="*/ 9086159 w 12192000"/>
              <a:gd name="connsiteY46" fmla="*/ 284887 h 4939827"/>
              <a:gd name="connsiteX47" fmla="*/ 9134606 w 12192000"/>
              <a:gd name="connsiteY47" fmla="*/ 288168 h 4939827"/>
              <a:gd name="connsiteX48" fmla="*/ 9195590 w 12192000"/>
              <a:gd name="connsiteY48" fmla="*/ 279568 h 4939827"/>
              <a:gd name="connsiteX49" fmla="*/ 9219336 w 12192000"/>
              <a:gd name="connsiteY49" fmla="*/ 278133 h 4939827"/>
              <a:gd name="connsiteX50" fmla="*/ 9232362 w 12192000"/>
              <a:gd name="connsiteY50" fmla="*/ 275894 h 4939827"/>
              <a:gd name="connsiteX51" fmla="*/ 9233396 w 12192000"/>
              <a:gd name="connsiteY51" fmla="*/ 274803 h 4939827"/>
              <a:gd name="connsiteX52" fmla="*/ 9256213 w 12192000"/>
              <a:gd name="connsiteY52" fmla="*/ 281576 h 4939827"/>
              <a:gd name="connsiteX53" fmla="*/ 9371484 w 12192000"/>
              <a:gd name="connsiteY53" fmla="*/ 329634 h 4939827"/>
              <a:gd name="connsiteX54" fmla="*/ 9404829 w 12192000"/>
              <a:gd name="connsiteY54" fmla="*/ 339038 h 4939827"/>
              <a:gd name="connsiteX55" fmla="*/ 9427021 w 12192000"/>
              <a:gd name="connsiteY55" fmla="*/ 358784 h 4939827"/>
              <a:gd name="connsiteX56" fmla="*/ 9670844 w 12192000"/>
              <a:gd name="connsiteY56" fmla="*/ 405128 h 4939827"/>
              <a:gd name="connsiteX57" fmla="*/ 9816083 w 12192000"/>
              <a:gd name="connsiteY57" fmla="*/ 416573 h 4939827"/>
              <a:gd name="connsiteX58" fmla="*/ 9936741 w 12192000"/>
              <a:gd name="connsiteY58" fmla="*/ 437044 h 4939827"/>
              <a:gd name="connsiteX59" fmla="*/ 10050093 w 12192000"/>
              <a:gd name="connsiteY59" fmla="*/ 443783 h 4939827"/>
              <a:gd name="connsiteX60" fmla="*/ 10130090 w 12192000"/>
              <a:gd name="connsiteY60" fmla="*/ 459520 h 4939827"/>
              <a:gd name="connsiteX61" fmla="*/ 10173456 w 12192000"/>
              <a:gd name="connsiteY61" fmla="*/ 457749 h 4939827"/>
              <a:gd name="connsiteX62" fmla="*/ 10218232 w 12192000"/>
              <a:gd name="connsiteY62" fmla="*/ 459820 h 4939827"/>
              <a:gd name="connsiteX63" fmla="*/ 10354176 w 12192000"/>
              <a:gd name="connsiteY63" fmla="*/ 471377 h 4939827"/>
              <a:gd name="connsiteX64" fmla="*/ 10430681 w 12192000"/>
              <a:gd name="connsiteY64" fmla="*/ 481226 h 4939827"/>
              <a:gd name="connsiteX65" fmla="*/ 10478169 w 12192000"/>
              <a:gd name="connsiteY65" fmla="*/ 481774 h 4939827"/>
              <a:gd name="connsiteX66" fmla="*/ 10540907 w 12192000"/>
              <a:gd name="connsiteY66" fmla="*/ 485607 h 4939827"/>
              <a:gd name="connsiteX67" fmla="*/ 10614941 w 12192000"/>
              <a:gd name="connsiteY67" fmla="*/ 487592 h 4939827"/>
              <a:gd name="connsiteX68" fmla="*/ 10674098 w 12192000"/>
              <a:gd name="connsiteY68" fmla="*/ 521656 h 4939827"/>
              <a:gd name="connsiteX69" fmla="*/ 10874834 w 12192000"/>
              <a:gd name="connsiteY69" fmla="*/ 574867 h 4939827"/>
              <a:gd name="connsiteX70" fmla="*/ 10944981 w 12192000"/>
              <a:gd name="connsiteY70" fmla="*/ 615042 h 4939827"/>
              <a:gd name="connsiteX71" fmla="*/ 11006376 w 12192000"/>
              <a:gd name="connsiteY71" fmla="*/ 645957 h 4939827"/>
              <a:gd name="connsiteX72" fmla="*/ 11076308 w 12192000"/>
              <a:gd name="connsiteY72" fmla="*/ 675698 h 4939827"/>
              <a:gd name="connsiteX73" fmla="*/ 11148789 w 12192000"/>
              <a:gd name="connsiteY73" fmla="*/ 685041 h 4939827"/>
              <a:gd name="connsiteX74" fmla="*/ 11249129 w 12192000"/>
              <a:gd name="connsiteY74" fmla="*/ 684218 h 4939827"/>
              <a:gd name="connsiteX75" fmla="*/ 11299915 w 12192000"/>
              <a:gd name="connsiteY75" fmla="*/ 692177 h 4939827"/>
              <a:gd name="connsiteX76" fmla="*/ 11386973 w 12192000"/>
              <a:gd name="connsiteY76" fmla="*/ 708209 h 4939827"/>
              <a:gd name="connsiteX77" fmla="*/ 11500105 w 12192000"/>
              <a:gd name="connsiteY77" fmla="*/ 735014 h 4939827"/>
              <a:gd name="connsiteX78" fmla="*/ 11621735 w 12192000"/>
              <a:gd name="connsiteY78" fmla="*/ 789584 h 4939827"/>
              <a:gd name="connsiteX79" fmla="*/ 11691200 w 12192000"/>
              <a:gd name="connsiteY79" fmla="*/ 867902 h 4939827"/>
              <a:gd name="connsiteX80" fmla="*/ 11819427 w 12192000"/>
              <a:gd name="connsiteY80" fmla="*/ 911634 h 4939827"/>
              <a:gd name="connsiteX81" fmla="*/ 11969720 w 12192000"/>
              <a:gd name="connsiteY81" fmla="*/ 964737 h 4939827"/>
              <a:gd name="connsiteX82" fmla="*/ 12055766 w 12192000"/>
              <a:gd name="connsiteY82" fmla="*/ 991268 h 4939827"/>
              <a:gd name="connsiteX83" fmla="*/ 12171539 w 12192000"/>
              <a:gd name="connsiteY83" fmla="*/ 995427 h 4939827"/>
              <a:gd name="connsiteX84" fmla="*/ 12187831 w 12192000"/>
              <a:gd name="connsiteY84" fmla="*/ 996580 h 4939827"/>
              <a:gd name="connsiteX85" fmla="*/ 12192000 w 12192000"/>
              <a:gd name="connsiteY85" fmla="*/ 996726 h 4939827"/>
              <a:gd name="connsiteX86" fmla="*/ 12192000 w 12192000"/>
              <a:gd name="connsiteY86" fmla="*/ 4939827 h 4939827"/>
              <a:gd name="connsiteX87" fmla="*/ 0 w 12192000"/>
              <a:gd name="connsiteY87" fmla="*/ 4939827 h 4939827"/>
              <a:gd name="connsiteX88" fmla="*/ 0 w 12192000"/>
              <a:gd name="connsiteY88" fmla="*/ 512043 h 4939827"/>
              <a:gd name="connsiteX89" fmla="*/ 7381 w 12192000"/>
              <a:gd name="connsiteY89" fmla="*/ 512580 h 4939827"/>
              <a:gd name="connsiteX90" fmla="*/ 100029 w 12192000"/>
              <a:gd name="connsiteY90" fmla="*/ 504758 h 4939827"/>
              <a:gd name="connsiteX91" fmla="*/ 155244 w 12192000"/>
              <a:gd name="connsiteY91" fmla="*/ 525130 h 4939827"/>
              <a:gd name="connsiteX92" fmla="*/ 254366 w 12192000"/>
              <a:gd name="connsiteY92" fmla="*/ 534449 h 4939827"/>
              <a:gd name="connsiteX93" fmla="*/ 447292 w 12192000"/>
              <a:gd name="connsiteY93" fmla="*/ 542725 h 4939827"/>
              <a:gd name="connsiteX94" fmla="*/ 628105 w 12192000"/>
              <a:gd name="connsiteY94" fmla="*/ 547853 h 4939827"/>
              <a:gd name="connsiteX95" fmla="*/ 783146 w 12192000"/>
              <a:gd name="connsiteY95" fmla="*/ 591799 h 4939827"/>
              <a:gd name="connsiteX96" fmla="*/ 1043676 w 12192000"/>
              <a:gd name="connsiteY96" fmla="*/ 591887 h 4939827"/>
              <a:gd name="connsiteX97" fmla="*/ 1281816 w 12192000"/>
              <a:gd name="connsiteY97" fmla="*/ 520946 h 4939827"/>
              <a:gd name="connsiteX98" fmla="*/ 1486347 w 12192000"/>
              <a:gd name="connsiteY98" fmla="*/ 487310 h 4939827"/>
              <a:gd name="connsiteX99" fmla="*/ 1568079 w 12192000"/>
              <a:gd name="connsiteY99" fmla="*/ 462531 h 4939827"/>
              <a:gd name="connsiteX100" fmla="*/ 1622516 w 12192000"/>
              <a:gd name="connsiteY100" fmla="*/ 466058 h 4939827"/>
              <a:gd name="connsiteX101" fmla="*/ 1655457 w 12192000"/>
              <a:gd name="connsiteY101" fmla="*/ 465359 h 4939827"/>
              <a:gd name="connsiteX102" fmla="*/ 1717454 w 12192000"/>
              <a:gd name="connsiteY102" fmla="*/ 417203 h 4939827"/>
              <a:gd name="connsiteX103" fmla="*/ 1913794 w 12192000"/>
              <a:gd name="connsiteY103" fmla="*/ 365255 h 4939827"/>
              <a:gd name="connsiteX104" fmla="*/ 2129762 w 12192000"/>
              <a:gd name="connsiteY104" fmla="*/ 367832 h 4939827"/>
              <a:gd name="connsiteX105" fmla="*/ 2376970 w 12192000"/>
              <a:gd name="connsiteY105" fmla="*/ 350129 h 4939827"/>
              <a:gd name="connsiteX106" fmla="*/ 2480155 w 12192000"/>
              <a:gd name="connsiteY106" fmla="*/ 359227 h 4939827"/>
              <a:gd name="connsiteX107" fmla="*/ 2586782 w 12192000"/>
              <a:gd name="connsiteY107" fmla="*/ 339352 h 4939827"/>
              <a:gd name="connsiteX108" fmla="*/ 2679617 w 12192000"/>
              <a:gd name="connsiteY108" fmla="*/ 305383 h 4939827"/>
              <a:gd name="connsiteX109" fmla="*/ 2788947 w 12192000"/>
              <a:gd name="connsiteY109" fmla="*/ 250375 h 4939827"/>
              <a:gd name="connsiteX110" fmla="*/ 2965530 w 12192000"/>
              <a:gd name="connsiteY110" fmla="*/ 245958 h 4939827"/>
              <a:gd name="connsiteX111" fmla="*/ 3103677 w 12192000"/>
              <a:gd name="connsiteY111" fmla="*/ 209527 h 4939827"/>
              <a:gd name="connsiteX112" fmla="*/ 3126759 w 12192000"/>
              <a:gd name="connsiteY112" fmla="*/ 211226 h 4939827"/>
              <a:gd name="connsiteX113" fmla="*/ 3164020 w 12192000"/>
              <a:gd name="connsiteY113" fmla="*/ 212779 h 4939827"/>
              <a:gd name="connsiteX114" fmla="*/ 3285019 w 12192000"/>
              <a:gd name="connsiteY114" fmla="*/ 220535 h 4939827"/>
              <a:gd name="connsiteX115" fmla="*/ 3365154 w 12192000"/>
              <a:gd name="connsiteY115" fmla="*/ 226416 h 4939827"/>
              <a:gd name="connsiteX116" fmla="*/ 3367507 w 12192000"/>
              <a:gd name="connsiteY116" fmla="*/ 225416 h 4939827"/>
              <a:gd name="connsiteX117" fmla="*/ 3387567 w 12192000"/>
              <a:gd name="connsiteY117" fmla="*/ 227103 h 4939827"/>
              <a:gd name="connsiteX118" fmla="*/ 3498001 w 12192000"/>
              <a:gd name="connsiteY118" fmla="*/ 231941 h 4939827"/>
              <a:gd name="connsiteX119" fmla="*/ 3561557 w 12192000"/>
              <a:gd name="connsiteY119" fmla="*/ 228095 h 4939827"/>
              <a:gd name="connsiteX120" fmla="*/ 3611920 w 12192000"/>
              <a:gd name="connsiteY120" fmla="*/ 218094 h 4939827"/>
              <a:gd name="connsiteX121" fmla="*/ 3620528 w 12192000"/>
              <a:gd name="connsiteY121" fmla="*/ 218788 h 4939827"/>
              <a:gd name="connsiteX122" fmla="*/ 3620766 w 12192000"/>
              <a:gd name="connsiteY122" fmla="*/ 218511 h 4939827"/>
              <a:gd name="connsiteX123" fmla="*/ 3629977 w 12192000"/>
              <a:gd name="connsiteY123" fmla="*/ 218664 h 4939827"/>
              <a:gd name="connsiteX124" fmla="*/ 3636217 w 12192000"/>
              <a:gd name="connsiteY124" fmla="*/ 220048 h 4939827"/>
              <a:gd name="connsiteX125" fmla="*/ 3709484 w 12192000"/>
              <a:gd name="connsiteY125" fmla="*/ 186927 h 4939827"/>
              <a:gd name="connsiteX126" fmla="*/ 3761342 w 12192000"/>
              <a:gd name="connsiteY126" fmla="*/ 177474 h 4939827"/>
              <a:gd name="connsiteX127" fmla="*/ 3799748 w 12192000"/>
              <a:gd name="connsiteY127" fmla="*/ 167154 h 4939827"/>
              <a:gd name="connsiteX128" fmla="*/ 3922756 w 12192000"/>
              <a:gd name="connsiteY128" fmla="*/ 194044 h 4939827"/>
              <a:gd name="connsiteX129" fmla="*/ 4028476 w 12192000"/>
              <a:gd name="connsiteY129" fmla="*/ 223679 h 4939827"/>
              <a:gd name="connsiteX130" fmla="*/ 4191582 w 12192000"/>
              <a:gd name="connsiteY130" fmla="*/ 238952 h 4939827"/>
              <a:gd name="connsiteX131" fmla="*/ 4251024 w 12192000"/>
              <a:gd name="connsiteY131" fmla="*/ 240874 h 4939827"/>
              <a:gd name="connsiteX132" fmla="*/ 4355275 w 12192000"/>
              <a:gd name="connsiteY132" fmla="*/ 260205 h 4939827"/>
              <a:gd name="connsiteX133" fmla="*/ 4423807 w 12192000"/>
              <a:gd name="connsiteY133" fmla="*/ 270366 h 4939827"/>
              <a:gd name="connsiteX134" fmla="*/ 4558432 w 12192000"/>
              <a:gd name="connsiteY134" fmla="*/ 269194 h 4939827"/>
              <a:gd name="connsiteX135" fmla="*/ 4635061 w 12192000"/>
              <a:gd name="connsiteY135" fmla="*/ 280682 h 4939827"/>
              <a:gd name="connsiteX136" fmla="*/ 4807427 w 12192000"/>
              <a:gd name="connsiteY136" fmla="*/ 276835 h 4939827"/>
              <a:gd name="connsiteX137" fmla="*/ 5028933 w 12192000"/>
              <a:gd name="connsiteY137" fmla="*/ 183887 h 4939827"/>
              <a:gd name="connsiteX138" fmla="*/ 5093642 w 12192000"/>
              <a:gd name="connsiteY138" fmla="*/ 177214 h 4939827"/>
              <a:gd name="connsiteX139" fmla="*/ 5102642 w 12192000"/>
              <a:gd name="connsiteY139" fmla="*/ 186816 h 4939827"/>
              <a:gd name="connsiteX140" fmla="*/ 5193590 w 12192000"/>
              <a:gd name="connsiteY140" fmla="*/ 156458 h 4939827"/>
              <a:gd name="connsiteX141" fmla="*/ 5323922 w 12192000"/>
              <a:gd name="connsiteY141" fmla="*/ 146332 h 4939827"/>
              <a:gd name="connsiteX142" fmla="*/ 5421860 w 12192000"/>
              <a:gd name="connsiteY142" fmla="*/ 167298 h 4939827"/>
              <a:gd name="connsiteX143" fmla="*/ 5476948 w 12192000"/>
              <a:gd name="connsiteY143" fmla="*/ 173249 h 4939827"/>
              <a:gd name="connsiteX144" fmla="*/ 5516842 w 12192000"/>
              <a:gd name="connsiteY144" fmla="*/ 184018 h 4939827"/>
              <a:gd name="connsiteX145" fmla="*/ 5619415 w 12192000"/>
              <a:gd name="connsiteY145" fmla="*/ 176781 h 4939827"/>
              <a:gd name="connsiteX146" fmla="*/ 5789867 w 12192000"/>
              <a:gd name="connsiteY146" fmla="*/ 150304 h 4939827"/>
              <a:gd name="connsiteX147" fmla="*/ 5825953 w 12192000"/>
              <a:gd name="connsiteY147" fmla="*/ 147907 h 4939827"/>
              <a:gd name="connsiteX148" fmla="*/ 5856168 w 12192000"/>
              <a:gd name="connsiteY148" fmla="*/ 158719 h 4939827"/>
              <a:gd name="connsiteX149" fmla="*/ 5862476 w 12192000"/>
              <a:gd name="connsiteY149" fmla="*/ 172447 h 4939827"/>
              <a:gd name="connsiteX150" fmla="*/ 5882195 w 12192000"/>
              <a:gd name="connsiteY150" fmla="*/ 173195 h 4939827"/>
              <a:gd name="connsiteX151" fmla="*/ 5887271 w 12192000"/>
              <a:gd name="connsiteY151" fmla="*/ 176084 h 4939827"/>
              <a:gd name="connsiteX152" fmla="*/ 5921577 w 12192000"/>
              <a:gd name="connsiteY152" fmla="*/ 169858 h 4939827"/>
              <a:gd name="connsiteX153" fmla="*/ 5983240 w 12192000"/>
              <a:gd name="connsiteY153" fmla="*/ 152755 h 4939827"/>
              <a:gd name="connsiteX154" fmla="*/ 6152287 w 12192000"/>
              <a:gd name="connsiteY154" fmla="*/ 116736 h 4939827"/>
              <a:gd name="connsiteX155" fmla="*/ 6415830 w 12192000"/>
              <a:gd name="connsiteY155" fmla="*/ 136006 h 4939827"/>
              <a:gd name="connsiteX156" fmla="*/ 6756965 w 12192000"/>
              <a:gd name="connsiteY156" fmla="*/ 57636 h 4939827"/>
              <a:gd name="connsiteX157" fmla="*/ 6819400 w 12192000"/>
              <a:gd name="connsiteY157" fmla="*/ 30742 h 4939827"/>
              <a:gd name="connsiteX158" fmla="*/ 6986370 w 12192000"/>
              <a:gd name="connsiteY158" fmla="*/ 12659 h 4939827"/>
              <a:gd name="connsiteX159" fmla="*/ 6989536 w 12192000"/>
              <a:gd name="connsiteY159" fmla="*/ 14528 h 4939827"/>
              <a:gd name="connsiteX160" fmla="*/ 7015933 w 12192000"/>
              <a:gd name="connsiteY160" fmla="*/ 9653 h 4939827"/>
              <a:gd name="connsiteX161" fmla="*/ 7020592 w 12192000"/>
              <a:gd name="connsiteY161" fmla="*/ 1651 h 4939827"/>
              <a:gd name="connsiteX162" fmla="*/ 7025905 w 12192000"/>
              <a:gd name="connsiteY162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732750 w 12192000"/>
              <a:gd name="connsiteY13" fmla="*/ 145456 h 4939827"/>
              <a:gd name="connsiteX14" fmla="*/ 7785900 w 12192000"/>
              <a:gd name="connsiteY14" fmla="*/ 154493 h 4939827"/>
              <a:gd name="connsiteX15" fmla="*/ 7952584 w 12192000"/>
              <a:gd name="connsiteY15" fmla="*/ 170181 h 4939827"/>
              <a:gd name="connsiteX16" fmla="*/ 8009534 w 12192000"/>
              <a:gd name="connsiteY16" fmla="*/ 176441 h 4939827"/>
              <a:gd name="connsiteX17" fmla="*/ 8058681 w 12192000"/>
              <a:gd name="connsiteY17" fmla="*/ 219431 h 4939827"/>
              <a:gd name="connsiteX18" fmla="*/ 8126175 w 12192000"/>
              <a:gd name="connsiteY18" fmla="*/ 240005 h 4939827"/>
              <a:gd name="connsiteX19" fmla="*/ 8166439 w 12192000"/>
              <a:gd name="connsiteY19" fmla="*/ 252699 h 4939827"/>
              <a:gd name="connsiteX20" fmla="*/ 8281371 w 12192000"/>
              <a:gd name="connsiteY20" fmla="*/ 256875 h 4939827"/>
              <a:gd name="connsiteX21" fmla="*/ 8381609 w 12192000"/>
              <a:gd name="connsiteY21" fmla="*/ 240618 h 4939827"/>
              <a:gd name="connsiteX22" fmla="*/ 8406759 w 12192000"/>
              <a:gd name="connsiteY22" fmla="*/ 232517 h 4939827"/>
              <a:gd name="connsiteX23" fmla="*/ 8426506 w 12192000"/>
              <a:gd name="connsiteY23" fmla="*/ 241842 h 4939827"/>
              <a:gd name="connsiteX24" fmla="*/ 8427949 w 12192000"/>
              <a:gd name="connsiteY24" fmla="*/ 240981 h 4939827"/>
              <a:gd name="connsiteX25" fmla="*/ 8441468 w 12192000"/>
              <a:gd name="connsiteY25" fmla="*/ 241157 h 4939827"/>
              <a:gd name="connsiteX26" fmla="*/ 8565757 w 12192000"/>
              <a:gd name="connsiteY26" fmla="*/ 255317 h 4939827"/>
              <a:gd name="connsiteX27" fmla="*/ 8573171 w 12192000"/>
              <a:gd name="connsiteY27" fmla="*/ 258426 h 4939827"/>
              <a:gd name="connsiteX28" fmla="*/ 8573548 w 12192000"/>
              <a:gd name="connsiteY28" fmla="*/ 258241 h 4939827"/>
              <a:gd name="connsiteX29" fmla="*/ 8581827 w 12192000"/>
              <a:gd name="connsiteY29" fmla="*/ 261028 h 4939827"/>
              <a:gd name="connsiteX30" fmla="*/ 8586687 w 12192000"/>
              <a:gd name="connsiteY30" fmla="*/ 264089 h 4939827"/>
              <a:gd name="connsiteX31" fmla="*/ 8601067 w 12192000"/>
              <a:gd name="connsiteY31" fmla="*/ 270114 h 4939827"/>
              <a:gd name="connsiteX32" fmla="*/ 8672650 w 12192000"/>
              <a:gd name="connsiteY32" fmla="*/ 254821 h 4939827"/>
              <a:gd name="connsiteX33" fmla="*/ 8785543 w 12192000"/>
              <a:gd name="connsiteY33" fmla="*/ 263406 h 4939827"/>
              <a:gd name="connsiteX34" fmla="*/ 8830588 w 12192000"/>
              <a:gd name="connsiteY34" fmla="*/ 265483 h 4939827"/>
              <a:gd name="connsiteX35" fmla="*/ 8905142 w 12192000"/>
              <a:gd name="connsiteY35" fmla="*/ 264958 h 4939827"/>
              <a:gd name="connsiteX36" fmla="*/ 8968582 w 12192000"/>
              <a:gd name="connsiteY36" fmla="*/ 262728 h 4939827"/>
              <a:gd name="connsiteX37" fmla="*/ 8972994 w 12192000"/>
              <a:gd name="connsiteY37" fmla="*/ 263284 h 4939827"/>
              <a:gd name="connsiteX38" fmla="*/ 9004605 w 12192000"/>
              <a:gd name="connsiteY38" fmla="*/ 258041 h 4939827"/>
              <a:gd name="connsiteX39" fmla="*/ 9016165 w 12192000"/>
              <a:gd name="connsiteY39" fmla="*/ 261258 h 4939827"/>
              <a:gd name="connsiteX40" fmla="*/ 9043297 w 12192000"/>
              <a:gd name="connsiteY40" fmla="*/ 281547 h 4939827"/>
              <a:gd name="connsiteX41" fmla="*/ 9048315 w 12192000"/>
              <a:gd name="connsiteY41" fmla="*/ 279264 h 4939827"/>
              <a:gd name="connsiteX42" fmla="*/ 9054706 w 12192000"/>
              <a:gd name="connsiteY42" fmla="*/ 278538 h 4939827"/>
              <a:gd name="connsiteX43" fmla="*/ 9070919 w 12192000"/>
              <a:gd name="connsiteY43" fmla="*/ 281810 h 4939827"/>
              <a:gd name="connsiteX44" fmla="*/ 9076813 w 12192000"/>
              <a:gd name="connsiteY44" fmla="*/ 283909 h 4939827"/>
              <a:gd name="connsiteX45" fmla="*/ 9085871 w 12192000"/>
              <a:gd name="connsiteY45" fmla="*/ 285133 h 4939827"/>
              <a:gd name="connsiteX46" fmla="*/ 9086159 w 12192000"/>
              <a:gd name="connsiteY46" fmla="*/ 284887 h 4939827"/>
              <a:gd name="connsiteX47" fmla="*/ 9134606 w 12192000"/>
              <a:gd name="connsiteY47" fmla="*/ 288168 h 4939827"/>
              <a:gd name="connsiteX48" fmla="*/ 9195590 w 12192000"/>
              <a:gd name="connsiteY48" fmla="*/ 279568 h 4939827"/>
              <a:gd name="connsiteX49" fmla="*/ 9219336 w 12192000"/>
              <a:gd name="connsiteY49" fmla="*/ 278133 h 4939827"/>
              <a:gd name="connsiteX50" fmla="*/ 9232362 w 12192000"/>
              <a:gd name="connsiteY50" fmla="*/ 275894 h 4939827"/>
              <a:gd name="connsiteX51" fmla="*/ 9233396 w 12192000"/>
              <a:gd name="connsiteY51" fmla="*/ 274803 h 4939827"/>
              <a:gd name="connsiteX52" fmla="*/ 9256213 w 12192000"/>
              <a:gd name="connsiteY52" fmla="*/ 281576 h 4939827"/>
              <a:gd name="connsiteX53" fmla="*/ 9371484 w 12192000"/>
              <a:gd name="connsiteY53" fmla="*/ 329634 h 4939827"/>
              <a:gd name="connsiteX54" fmla="*/ 9404829 w 12192000"/>
              <a:gd name="connsiteY54" fmla="*/ 339038 h 4939827"/>
              <a:gd name="connsiteX55" fmla="*/ 9427021 w 12192000"/>
              <a:gd name="connsiteY55" fmla="*/ 358784 h 4939827"/>
              <a:gd name="connsiteX56" fmla="*/ 9670844 w 12192000"/>
              <a:gd name="connsiteY56" fmla="*/ 405128 h 4939827"/>
              <a:gd name="connsiteX57" fmla="*/ 9816083 w 12192000"/>
              <a:gd name="connsiteY57" fmla="*/ 416573 h 4939827"/>
              <a:gd name="connsiteX58" fmla="*/ 9936741 w 12192000"/>
              <a:gd name="connsiteY58" fmla="*/ 437044 h 4939827"/>
              <a:gd name="connsiteX59" fmla="*/ 10050093 w 12192000"/>
              <a:gd name="connsiteY59" fmla="*/ 443783 h 4939827"/>
              <a:gd name="connsiteX60" fmla="*/ 10130090 w 12192000"/>
              <a:gd name="connsiteY60" fmla="*/ 459520 h 4939827"/>
              <a:gd name="connsiteX61" fmla="*/ 10173456 w 12192000"/>
              <a:gd name="connsiteY61" fmla="*/ 457749 h 4939827"/>
              <a:gd name="connsiteX62" fmla="*/ 10218232 w 12192000"/>
              <a:gd name="connsiteY62" fmla="*/ 459820 h 4939827"/>
              <a:gd name="connsiteX63" fmla="*/ 10354176 w 12192000"/>
              <a:gd name="connsiteY63" fmla="*/ 471377 h 4939827"/>
              <a:gd name="connsiteX64" fmla="*/ 10430681 w 12192000"/>
              <a:gd name="connsiteY64" fmla="*/ 481226 h 4939827"/>
              <a:gd name="connsiteX65" fmla="*/ 10478169 w 12192000"/>
              <a:gd name="connsiteY65" fmla="*/ 481774 h 4939827"/>
              <a:gd name="connsiteX66" fmla="*/ 10540907 w 12192000"/>
              <a:gd name="connsiteY66" fmla="*/ 485607 h 4939827"/>
              <a:gd name="connsiteX67" fmla="*/ 10614941 w 12192000"/>
              <a:gd name="connsiteY67" fmla="*/ 487592 h 4939827"/>
              <a:gd name="connsiteX68" fmla="*/ 10674098 w 12192000"/>
              <a:gd name="connsiteY68" fmla="*/ 521656 h 4939827"/>
              <a:gd name="connsiteX69" fmla="*/ 10874834 w 12192000"/>
              <a:gd name="connsiteY69" fmla="*/ 574867 h 4939827"/>
              <a:gd name="connsiteX70" fmla="*/ 10944981 w 12192000"/>
              <a:gd name="connsiteY70" fmla="*/ 615042 h 4939827"/>
              <a:gd name="connsiteX71" fmla="*/ 11006376 w 12192000"/>
              <a:gd name="connsiteY71" fmla="*/ 645957 h 4939827"/>
              <a:gd name="connsiteX72" fmla="*/ 11076308 w 12192000"/>
              <a:gd name="connsiteY72" fmla="*/ 675698 h 4939827"/>
              <a:gd name="connsiteX73" fmla="*/ 11148789 w 12192000"/>
              <a:gd name="connsiteY73" fmla="*/ 685041 h 4939827"/>
              <a:gd name="connsiteX74" fmla="*/ 11249129 w 12192000"/>
              <a:gd name="connsiteY74" fmla="*/ 684218 h 4939827"/>
              <a:gd name="connsiteX75" fmla="*/ 11299915 w 12192000"/>
              <a:gd name="connsiteY75" fmla="*/ 692177 h 4939827"/>
              <a:gd name="connsiteX76" fmla="*/ 11386973 w 12192000"/>
              <a:gd name="connsiteY76" fmla="*/ 708209 h 4939827"/>
              <a:gd name="connsiteX77" fmla="*/ 11500105 w 12192000"/>
              <a:gd name="connsiteY77" fmla="*/ 735014 h 4939827"/>
              <a:gd name="connsiteX78" fmla="*/ 11621735 w 12192000"/>
              <a:gd name="connsiteY78" fmla="*/ 789584 h 4939827"/>
              <a:gd name="connsiteX79" fmla="*/ 11691200 w 12192000"/>
              <a:gd name="connsiteY79" fmla="*/ 867902 h 4939827"/>
              <a:gd name="connsiteX80" fmla="*/ 11819427 w 12192000"/>
              <a:gd name="connsiteY80" fmla="*/ 911634 h 4939827"/>
              <a:gd name="connsiteX81" fmla="*/ 11969720 w 12192000"/>
              <a:gd name="connsiteY81" fmla="*/ 964737 h 4939827"/>
              <a:gd name="connsiteX82" fmla="*/ 12055766 w 12192000"/>
              <a:gd name="connsiteY82" fmla="*/ 991268 h 4939827"/>
              <a:gd name="connsiteX83" fmla="*/ 12171539 w 12192000"/>
              <a:gd name="connsiteY83" fmla="*/ 995427 h 4939827"/>
              <a:gd name="connsiteX84" fmla="*/ 12187831 w 12192000"/>
              <a:gd name="connsiteY84" fmla="*/ 996580 h 4939827"/>
              <a:gd name="connsiteX85" fmla="*/ 12192000 w 12192000"/>
              <a:gd name="connsiteY85" fmla="*/ 996726 h 4939827"/>
              <a:gd name="connsiteX86" fmla="*/ 12192000 w 12192000"/>
              <a:gd name="connsiteY86" fmla="*/ 4939827 h 4939827"/>
              <a:gd name="connsiteX87" fmla="*/ 0 w 12192000"/>
              <a:gd name="connsiteY87" fmla="*/ 4939827 h 4939827"/>
              <a:gd name="connsiteX88" fmla="*/ 0 w 12192000"/>
              <a:gd name="connsiteY88" fmla="*/ 512043 h 4939827"/>
              <a:gd name="connsiteX89" fmla="*/ 7381 w 12192000"/>
              <a:gd name="connsiteY89" fmla="*/ 512580 h 4939827"/>
              <a:gd name="connsiteX90" fmla="*/ 100029 w 12192000"/>
              <a:gd name="connsiteY90" fmla="*/ 504758 h 4939827"/>
              <a:gd name="connsiteX91" fmla="*/ 155244 w 12192000"/>
              <a:gd name="connsiteY91" fmla="*/ 525130 h 4939827"/>
              <a:gd name="connsiteX92" fmla="*/ 254366 w 12192000"/>
              <a:gd name="connsiteY92" fmla="*/ 534449 h 4939827"/>
              <a:gd name="connsiteX93" fmla="*/ 447292 w 12192000"/>
              <a:gd name="connsiteY93" fmla="*/ 542725 h 4939827"/>
              <a:gd name="connsiteX94" fmla="*/ 628105 w 12192000"/>
              <a:gd name="connsiteY94" fmla="*/ 547853 h 4939827"/>
              <a:gd name="connsiteX95" fmla="*/ 783146 w 12192000"/>
              <a:gd name="connsiteY95" fmla="*/ 591799 h 4939827"/>
              <a:gd name="connsiteX96" fmla="*/ 1043676 w 12192000"/>
              <a:gd name="connsiteY96" fmla="*/ 591887 h 4939827"/>
              <a:gd name="connsiteX97" fmla="*/ 1281816 w 12192000"/>
              <a:gd name="connsiteY97" fmla="*/ 520946 h 4939827"/>
              <a:gd name="connsiteX98" fmla="*/ 1486347 w 12192000"/>
              <a:gd name="connsiteY98" fmla="*/ 487310 h 4939827"/>
              <a:gd name="connsiteX99" fmla="*/ 1568079 w 12192000"/>
              <a:gd name="connsiteY99" fmla="*/ 462531 h 4939827"/>
              <a:gd name="connsiteX100" fmla="*/ 1622516 w 12192000"/>
              <a:gd name="connsiteY100" fmla="*/ 466058 h 4939827"/>
              <a:gd name="connsiteX101" fmla="*/ 1655457 w 12192000"/>
              <a:gd name="connsiteY101" fmla="*/ 465359 h 4939827"/>
              <a:gd name="connsiteX102" fmla="*/ 1717454 w 12192000"/>
              <a:gd name="connsiteY102" fmla="*/ 417203 h 4939827"/>
              <a:gd name="connsiteX103" fmla="*/ 1913794 w 12192000"/>
              <a:gd name="connsiteY103" fmla="*/ 365255 h 4939827"/>
              <a:gd name="connsiteX104" fmla="*/ 2129762 w 12192000"/>
              <a:gd name="connsiteY104" fmla="*/ 367832 h 4939827"/>
              <a:gd name="connsiteX105" fmla="*/ 2376970 w 12192000"/>
              <a:gd name="connsiteY105" fmla="*/ 350129 h 4939827"/>
              <a:gd name="connsiteX106" fmla="*/ 2480155 w 12192000"/>
              <a:gd name="connsiteY106" fmla="*/ 359227 h 4939827"/>
              <a:gd name="connsiteX107" fmla="*/ 2586782 w 12192000"/>
              <a:gd name="connsiteY107" fmla="*/ 339352 h 4939827"/>
              <a:gd name="connsiteX108" fmla="*/ 2679617 w 12192000"/>
              <a:gd name="connsiteY108" fmla="*/ 305383 h 4939827"/>
              <a:gd name="connsiteX109" fmla="*/ 2788947 w 12192000"/>
              <a:gd name="connsiteY109" fmla="*/ 250375 h 4939827"/>
              <a:gd name="connsiteX110" fmla="*/ 2965530 w 12192000"/>
              <a:gd name="connsiteY110" fmla="*/ 245958 h 4939827"/>
              <a:gd name="connsiteX111" fmla="*/ 3103677 w 12192000"/>
              <a:gd name="connsiteY111" fmla="*/ 209527 h 4939827"/>
              <a:gd name="connsiteX112" fmla="*/ 3126759 w 12192000"/>
              <a:gd name="connsiteY112" fmla="*/ 211226 h 4939827"/>
              <a:gd name="connsiteX113" fmla="*/ 3164020 w 12192000"/>
              <a:gd name="connsiteY113" fmla="*/ 212779 h 4939827"/>
              <a:gd name="connsiteX114" fmla="*/ 3285019 w 12192000"/>
              <a:gd name="connsiteY114" fmla="*/ 220535 h 4939827"/>
              <a:gd name="connsiteX115" fmla="*/ 3365154 w 12192000"/>
              <a:gd name="connsiteY115" fmla="*/ 226416 h 4939827"/>
              <a:gd name="connsiteX116" fmla="*/ 3367507 w 12192000"/>
              <a:gd name="connsiteY116" fmla="*/ 225416 h 4939827"/>
              <a:gd name="connsiteX117" fmla="*/ 3387567 w 12192000"/>
              <a:gd name="connsiteY117" fmla="*/ 227103 h 4939827"/>
              <a:gd name="connsiteX118" fmla="*/ 3498001 w 12192000"/>
              <a:gd name="connsiteY118" fmla="*/ 231941 h 4939827"/>
              <a:gd name="connsiteX119" fmla="*/ 3561557 w 12192000"/>
              <a:gd name="connsiteY119" fmla="*/ 228095 h 4939827"/>
              <a:gd name="connsiteX120" fmla="*/ 3611920 w 12192000"/>
              <a:gd name="connsiteY120" fmla="*/ 218094 h 4939827"/>
              <a:gd name="connsiteX121" fmla="*/ 3620528 w 12192000"/>
              <a:gd name="connsiteY121" fmla="*/ 218788 h 4939827"/>
              <a:gd name="connsiteX122" fmla="*/ 3620766 w 12192000"/>
              <a:gd name="connsiteY122" fmla="*/ 218511 h 4939827"/>
              <a:gd name="connsiteX123" fmla="*/ 3629977 w 12192000"/>
              <a:gd name="connsiteY123" fmla="*/ 218664 h 4939827"/>
              <a:gd name="connsiteX124" fmla="*/ 3636217 w 12192000"/>
              <a:gd name="connsiteY124" fmla="*/ 220048 h 4939827"/>
              <a:gd name="connsiteX125" fmla="*/ 3709484 w 12192000"/>
              <a:gd name="connsiteY125" fmla="*/ 186927 h 4939827"/>
              <a:gd name="connsiteX126" fmla="*/ 3761342 w 12192000"/>
              <a:gd name="connsiteY126" fmla="*/ 177474 h 4939827"/>
              <a:gd name="connsiteX127" fmla="*/ 3799748 w 12192000"/>
              <a:gd name="connsiteY127" fmla="*/ 167154 h 4939827"/>
              <a:gd name="connsiteX128" fmla="*/ 3922756 w 12192000"/>
              <a:gd name="connsiteY128" fmla="*/ 194044 h 4939827"/>
              <a:gd name="connsiteX129" fmla="*/ 4028476 w 12192000"/>
              <a:gd name="connsiteY129" fmla="*/ 223679 h 4939827"/>
              <a:gd name="connsiteX130" fmla="*/ 4191582 w 12192000"/>
              <a:gd name="connsiteY130" fmla="*/ 238952 h 4939827"/>
              <a:gd name="connsiteX131" fmla="*/ 4251024 w 12192000"/>
              <a:gd name="connsiteY131" fmla="*/ 240874 h 4939827"/>
              <a:gd name="connsiteX132" fmla="*/ 4355275 w 12192000"/>
              <a:gd name="connsiteY132" fmla="*/ 260205 h 4939827"/>
              <a:gd name="connsiteX133" fmla="*/ 4423807 w 12192000"/>
              <a:gd name="connsiteY133" fmla="*/ 270366 h 4939827"/>
              <a:gd name="connsiteX134" fmla="*/ 4558432 w 12192000"/>
              <a:gd name="connsiteY134" fmla="*/ 269194 h 4939827"/>
              <a:gd name="connsiteX135" fmla="*/ 4635061 w 12192000"/>
              <a:gd name="connsiteY135" fmla="*/ 280682 h 4939827"/>
              <a:gd name="connsiteX136" fmla="*/ 4807427 w 12192000"/>
              <a:gd name="connsiteY136" fmla="*/ 276835 h 4939827"/>
              <a:gd name="connsiteX137" fmla="*/ 5028933 w 12192000"/>
              <a:gd name="connsiteY137" fmla="*/ 183887 h 4939827"/>
              <a:gd name="connsiteX138" fmla="*/ 5093642 w 12192000"/>
              <a:gd name="connsiteY138" fmla="*/ 177214 h 4939827"/>
              <a:gd name="connsiteX139" fmla="*/ 5102642 w 12192000"/>
              <a:gd name="connsiteY139" fmla="*/ 186816 h 4939827"/>
              <a:gd name="connsiteX140" fmla="*/ 5193590 w 12192000"/>
              <a:gd name="connsiteY140" fmla="*/ 156458 h 4939827"/>
              <a:gd name="connsiteX141" fmla="*/ 5323922 w 12192000"/>
              <a:gd name="connsiteY141" fmla="*/ 146332 h 4939827"/>
              <a:gd name="connsiteX142" fmla="*/ 5421860 w 12192000"/>
              <a:gd name="connsiteY142" fmla="*/ 167298 h 4939827"/>
              <a:gd name="connsiteX143" fmla="*/ 5476948 w 12192000"/>
              <a:gd name="connsiteY143" fmla="*/ 173249 h 4939827"/>
              <a:gd name="connsiteX144" fmla="*/ 5516842 w 12192000"/>
              <a:gd name="connsiteY144" fmla="*/ 184018 h 4939827"/>
              <a:gd name="connsiteX145" fmla="*/ 5619415 w 12192000"/>
              <a:gd name="connsiteY145" fmla="*/ 176781 h 4939827"/>
              <a:gd name="connsiteX146" fmla="*/ 5789867 w 12192000"/>
              <a:gd name="connsiteY146" fmla="*/ 150304 h 4939827"/>
              <a:gd name="connsiteX147" fmla="*/ 5825953 w 12192000"/>
              <a:gd name="connsiteY147" fmla="*/ 147907 h 4939827"/>
              <a:gd name="connsiteX148" fmla="*/ 5856168 w 12192000"/>
              <a:gd name="connsiteY148" fmla="*/ 158719 h 4939827"/>
              <a:gd name="connsiteX149" fmla="*/ 5862476 w 12192000"/>
              <a:gd name="connsiteY149" fmla="*/ 172447 h 4939827"/>
              <a:gd name="connsiteX150" fmla="*/ 5882195 w 12192000"/>
              <a:gd name="connsiteY150" fmla="*/ 173195 h 4939827"/>
              <a:gd name="connsiteX151" fmla="*/ 5887271 w 12192000"/>
              <a:gd name="connsiteY151" fmla="*/ 176084 h 4939827"/>
              <a:gd name="connsiteX152" fmla="*/ 5921577 w 12192000"/>
              <a:gd name="connsiteY152" fmla="*/ 169858 h 4939827"/>
              <a:gd name="connsiteX153" fmla="*/ 5983240 w 12192000"/>
              <a:gd name="connsiteY153" fmla="*/ 152755 h 4939827"/>
              <a:gd name="connsiteX154" fmla="*/ 6415830 w 12192000"/>
              <a:gd name="connsiteY154" fmla="*/ 136006 h 4939827"/>
              <a:gd name="connsiteX155" fmla="*/ 6756965 w 12192000"/>
              <a:gd name="connsiteY155" fmla="*/ 57636 h 4939827"/>
              <a:gd name="connsiteX156" fmla="*/ 6819400 w 12192000"/>
              <a:gd name="connsiteY156" fmla="*/ 30742 h 4939827"/>
              <a:gd name="connsiteX157" fmla="*/ 6986370 w 12192000"/>
              <a:gd name="connsiteY157" fmla="*/ 12659 h 4939827"/>
              <a:gd name="connsiteX158" fmla="*/ 6989536 w 12192000"/>
              <a:gd name="connsiteY158" fmla="*/ 14528 h 4939827"/>
              <a:gd name="connsiteX159" fmla="*/ 7015933 w 12192000"/>
              <a:gd name="connsiteY159" fmla="*/ 9653 h 4939827"/>
              <a:gd name="connsiteX160" fmla="*/ 7020592 w 12192000"/>
              <a:gd name="connsiteY160" fmla="*/ 1651 h 4939827"/>
              <a:gd name="connsiteX161" fmla="*/ 7025905 w 12192000"/>
              <a:gd name="connsiteY161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732750 w 12192000"/>
              <a:gd name="connsiteY13" fmla="*/ 145456 h 4939827"/>
              <a:gd name="connsiteX14" fmla="*/ 7785900 w 12192000"/>
              <a:gd name="connsiteY14" fmla="*/ 154493 h 4939827"/>
              <a:gd name="connsiteX15" fmla="*/ 7952584 w 12192000"/>
              <a:gd name="connsiteY15" fmla="*/ 170181 h 4939827"/>
              <a:gd name="connsiteX16" fmla="*/ 8009534 w 12192000"/>
              <a:gd name="connsiteY16" fmla="*/ 176441 h 4939827"/>
              <a:gd name="connsiteX17" fmla="*/ 8058681 w 12192000"/>
              <a:gd name="connsiteY17" fmla="*/ 219431 h 4939827"/>
              <a:gd name="connsiteX18" fmla="*/ 8126175 w 12192000"/>
              <a:gd name="connsiteY18" fmla="*/ 240005 h 4939827"/>
              <a:gd name="connsiteX19" fmla="*/ 8166439 w 12192000"/>
              <a:gd name="connsiteY19" fmla="*/ 252699 h 4939827"/>
              <a:gd name="connsiteX20" fmla="*/ 8281371 w 12192000"/>
              <a:gd name="connsiteY20" fmla="*/ 256875 h 4939827"/>
              <a:gd name="connsiteX21" fmla="*/ 8381609 w 12192000"/>
              <a:gd name="connsiteY21" fmla="*/ 240618 h 4939827"/>
              <a:gd name="connsiteX22" fmla="*/ 8406759 w 12192000"/>
              <a:gd name="connsiteY22" fmla="*/ 232517 h 4939827"/>
              <a:gd name="connsiteX23" fmla="*/ 8426506 w 12192000"/>
              <a:gd name="connsiteY23" fmla="*/ 241842 h 4939827"/>
              <a:gd name="connsiteX24" fmla="*/ 8427949 w 12192000"/>
              <a:gd name="connsiteY24" fmla="*/ 240981 h 4939827"/>
              <a:gd name="connsiteX25" fmla="*/ 8441468 w 12192000"/>
              <a:gd name="connsiteY25" fmla="*/ 241157 h 4939827"/>
              <a:gd name="connsiteX26" fmla="*/ 8565757 w 12192000"/>
              <a:gd name="connsiteY26" fmla="*/ 255317 h 4939827"/>
              <a:gd name="connsiteX27" fmla="*/ 8573171 w 12192000"/>
              <a:gd name="connsiteY27" fmla="*/ 258426 h 4939827"/>
              <a:gd name="connsiteX28" fmla="*/ 8573548 w 12192000"/>
              <a:gd name="connsiteY28" fmla="*/ 258241 h 4939827"/>
              <a:gd name="connsiteX29" fmla="*/ 8581827 w 12192000"/>
              <a:gd name="connsiteY29" fmla="*/ 261028 h 4939827"/>
              <a:gd name="connsiteX30" fmla="*/ 8586687 w 12192000"/>
              <a:gd name="connsiteY30" fmla="*/ 264089 h 4939827"/>
              <a:gd name="connsiteX31" fmla="*/ 8601067 w 12192000"/>
              <a:gd name="connsiteY31" fmla="*/ 270114 h 4939827"/>
              <a:gd name="connsiteX32" fmla="*/ 8672650 w 12192000"/>
              <a:gd name="connsiteY32" fmla="*/ 254821 h 4939827"/>
              <a:gd name="connsiteX33" fmla="*/ 8785543 w 12192000"/>
              <a:gd name="connsiteY33" fmla="*/ 263406 h 4939827"/>
              <a:gd name="connsiteX34" fmla="*/ 8830588 w 12192000"/>
              <a:gd name="connsiteY34" fmla="*/ 265483 h 4939827"/>
              <a:gd name="connsiteX35" fmla="*/ 8905142 w 12192000"/>
              <a:gd name="connsiteY35" fmla="*/ 264958 h 4939827"/>
              <a:gd name="connsiteX36" fmla="*/ 8968582 w 12192000"/>
              <a:gd name="connsiteY36" fmla="*/ 262728 h 4939827"/>
              <a:gd name="connsiteX37" fmla="*/ 8972994 w 12192000"/>
              <a:gd name="connsiteY37" fmla="*/ 263284 h 4939827"/>
              <a:gd name="connsiteX38" fmla="*/ 9004605 w 12192000"/>
              <a:gd name="connsiteY38" fmla="*/ 258041 h 4939827"/>
              <a:gd name="connsiteX39" fmla="*/ 9016165 w 12192000"/>
              <a:gd name="connsiteY39" fmla="*/ 261258 h 4939827"/>
              <a:gd name="connsiteX40" fmla="*/ 9043297 w 12192000"/>
              <a:gd name="connsiteY40" fmla="*/ 281547 h 4939827"/>
              <a:gd name="connsiteX41" fmla="*/ 9048315 w 12192000"/>
              <a:gd name="connsiteY41" fmla="*/ 279264 h 4939827"/>
              <a:gd name="connsiteX42" fmla="*/ 9054706 w 12192000"/>
              <a:gd name="connsiteY42" fmla="*/ 278538 h 4939827"/>
              <a:gd name="connsiteX43" fmla="*/ 9070919 w 12192000"/>
              <a:gd name="connsiteY43" fmla="*/ 281810 h 4939827"/>
              <a:gd name="connsiteX44" fmla="*/ 9076813 w 12192000"/>
              <a:gd name="connsiteY44" fmla="*/ 283909 h 4939827"/>
              <a:gd name="connsiteX45" fmla="*/ 9085871 w 12192000"/>
              <a:gd name="connsiteY45" fmla="*/ 285133 h 4939827"/>
              <a:gd name="connsiteX46" fmla="*/ 9086159 w 12192000"/>
              <a:gd name="connsiteY46" fmla="*/ 284887 h 4939827"/>
              <a:gd name="connsiteX47" fmla="*/ 9134606 w 12192000"/>
              <a:gd name="connsiteY47" fmla="*/ 288168 h 4939827"/>
              <a:gd name="connsiteX48" fmla="*/ 9195590 w 12192000"/>
              <a:gd name="connsiteY48" fmla="*/ 279568 h 4939827"/>
              <a:gd name="connsiteX49" fmla="*/ 9219336 w 12192000"/>
              <a:gd name="connsiteY49" fmla="*/ 278133 h 4939827"/>
              <a:gd name="connsiteX50" fmla="*/ 9232362 w 12192000"/>
              <a:gd name="connsiteY50" fmla="*/ 275894 h 4939827"/>
              <a:gd name="connsiteX51" fmla="*/ 9233396 w 12192000"/>
              <a:gd name="connsiteY51" fmla="*/ 274803 h 4939827"/>
              <a:gd name="connsiteX52" fmla="*/ 9256213 w 12192000"/>
              <a:gd name="connsiteY52" fmla="*/ 281576 h 4939827"/>
              <a:gd name="connsiteX53" fmla="*/ 9371484 w 12192000"/>
              <a:gd name="connsiteY53" fmla="*/ 329634 h 4939827"/>
              <a:gd name="connsiteX54" fmla="*/ 9404829 w 12192000"/>
              <a:gd name="connsiteY54" fmla="*/ 339038 h 4939827"/>
              <a:gd name="connsiteX55" fmla="*/ 9427021 w 12192000"/>
              <a:gd name="connsiteY55" fmla="*/ 358784 h 4939827"/>
              <a:gd name="connsiteX56" fmla="*/ 9670844 w 12192000"/>
              <a:gd name="connsiteY56" fmla="*/ 405128 h 4939827"/>
              <a:gd name="connsiteX57" fmla="*/ 9816083 w 12192000"/>
              <a:gd name="connsiteY57" fmla="*/ 416573 h 4939827"/>
              <a:gd name="connsiteX58" fmla="*/ 9936741 w 12192000"/>
              <a:gd name="connsiteY58" fmla="*/ 437044 h 4939827"/>
              <a:gd name="connsiteX59" fmla="*/ 10050093 w 12192000"/>
              <a:gd name="connsiteY59" fmla="*/ 443783 h 4939827"/>
              <a:gd name="connsiteX60" fmla="*/ 10130090 w 12192000"/>
              <a:gd name="connsiteY60" fmla="*/ 459520 h 4939827"/>
              <a:gd name="connsiteX61" fmla="*/ 10173456 w 12192000"/>
              <a:gd name="connsiteY61" fmla="*/ 457749 h 4939827"/>
              <a:gd name="connsiteX62" fmla="*/ 10218232 w 12192000"/>
              <a:gd name="connsiteY62" fmla="*/ 459820 h 4939827"/>
              <a:gd name="connsiteX63" fmla="*/ 10354176 w 12192000"/>
              <a:gd name="connsiteY63" fmla="*/ 471377 h 4939827"/>
              <a:gd name="connsiteX64" fmla="*/ 10430681 w 12192000"/>
              <a:gd name="connsiteY64" fmla="*/ 481226 h 4939827"/>
              <a:gd name="connsiteX65" fmla="*/ 10478169 w 12192000"/>
              <a:gd name="connsiteY65" fmla="*/ 481774 h 4939827"/>
              <a:gd name="connsiteX66" fmla="*/ 10540907 w 12192000"/>
              <a:gd name="connsiteY66" fmla="*/ 485607 h 4939827"/>
              <a:gd name="connsiteX67" fmla="*/ 10614941 w 12192000"/>
              <a:gd name="connsiteY67" fmla="*/ 487592 h 4939827"/>
              <a:gd name="connsiteX68" fmla="*/ 10674098 w 12192000"/>
              <a:gd name="connsiteY68" fmla="*/ 521656 h 4939827"/>
              <a:gd name="connsiteX69" fmla="*/ 10874834 w 12192000"/>
              <a:gd name="connsiteY69" fmla="*/ 574867 h 4939827"/>
              <a:gd name="connsiteX70" fmla="*/ 10944981 w 12192000"/>
              <a:gd name="connsiteY70" fmla="*/ 615042 h 4939827"/>
              <a:gd name="connsiteX71" fmla="*/ 11006376 w 12192000"/>
              <a:gd name="connsiteY71" fmla="*/ 645957 h 4939827"/>
              <a:gd name="connsiteX72" fmla="*/ 11076308 w 12192000"/>
              <a:gd name="connsiteY72" fmla="*/ 675698 h 4939827"/>
              <a:gd name="connsiteX73" fmla="*/ 11148789 w 12192000"/>
              <a:gd name="connsiteY73" fmla="*/ 685041 h 4939827"/>
              <a:gd name="connsiteX74" fmla="*/ 11249129 w 12192000"/>
              <a:gd name="connsiteY74" fmla="*/ 684218 h 4939827"/>
              <a:gd name="connsiteX75" fmla="*/ 11299915 w 12192000"/>
              <a:gd name="connsiteY75" fmla="*/ 692177 h 4939827"/>
              <a:gd name="connsiteX76" fmla="*/ 11386973 w 12192000"/>
              <a:gd name="connsiteY76" fmla="*/ 708209 h 4939827"/>
              <a:gd name="connsiteX77" fmla="*/ 11500105 w 12192000"/>
              <a:gd name="connsiteY77" fmla="*/ 735014 h 4939827"/>
              <a:gd name="connsiteX78" fmla="*/ 11621735 w 12192000"/>
              <a:gd name="connsiteY78" fmla="*/ 789584 h 4939827"/>
              <a:gd name="connsiteX79" fmla="*/ 11691200 w 12192000"/>
              <a:gd name="connsiteY79" fmla="*/ 867902 h 4939827"/>
              <a:gd name="connsiteX80" fmla="*/ 11819427 w 12192000"/>
              <a:gd name="connsiteY80" fmla="*/ 911634 h 4939827"/>
              <a:gd name="connsiteX81" fmla="*/ 11969720 w 12192000"/>
              <a:gd name="connsiteY81" fmla="*/ 964737 h 4939827"/>
              <a:gd name="connsiteX82" fmla="*/ 12055766 w 12192000"/>
              <a:gd name="connsiteY82" fmla="*/ 991268 h 4939827"/>
              <a:gd name="connsiteX83" fmla="*/ 12171539 w 12192000"/>
              <a:gd name="connsiteY83" fmla="*/ 995427 h 4939827"/>
              <a:gd name="connsiteX84" fmla="*/ 12187831 w 12192000"/>
              <a:gd name="connsiteY84" fmla="*/ 996580 h 4939827"/>
              <a:gd name="connsiteX85" fmla="*/ 12192000 w 12192000"/>
              <a:gd name="connsiteY85" fmla="*/ 996726 h 4939827"/>
              <a:gd name="connsiteX86" fmla="*/ 12192000 w 12192000"/>
              <a:gd name="connsiteY86" fmla="*/ 4939827 h 4939827"/>
              <a:gd name="connsiteX87" fmla="*/ 0 w 12192000"/>
              <a:gd name="connsiteY87" fmla="*/ 4939827 h 4939827"/>
              <a:gd name="connsiteX88" fmla="*/ 0 w 12192000"/>
              <a:gd name="connsiteY88" fmla="*/ 512043 h 4939827"/>
              <a:gd name="connsiteX89" fmla="*/ 7381 w 12192000"/>
              <a:gd name="connsiteY89" fmla="*/ 512580 h 4939827"/>
              <a:gd name="connsiteX90" fmla="*/ 100029 w 12192000"/>
              <a:gd name="connsiteY90" fmla="*/ 504758 h 4939827"/>
              <a:gd name="connsiteX91" fmla="*/ 155244 w 12192000"/>
              <a:gd name="connsiteY91" fmla="*/ 525130 h 4939827"/>
              <a:gd name="connsiteX92" fmla="*/ 254366 w 12192000"/>
              <a:gd name="connsiteY92" fmla="*/ 534449 h 4939827"/>
              <a:gd name="connsiteX93" fmla="*/ 447292 w 12192000"/>
              <a:gd name="connsiteY93" fmla="*/ 542725 h 4939827"/>
              <a:gd name="connsiteX94" fmla="*/ 628105 w 12192000"/>
              <a:gd name="connsiteY94" fmla="*/ 547853 h 4939827"/>
              <a:gd name="connsiteX95" fmla="*/ 783146 w 12192000"/>
              <a:gd name="connsiteY95" fmla="*/ 591799 h 4939827"/>
              <a:gd name="connsiteX96" fmla="*/ 1043676 w 12192000"/>
              <a:gd name="connsiteY96" fmla="*/ 591887 h 4939827"/>
              <a:gd name="connsiteX97" fmla="*/ 1281816 w 12192000"/>
              <a:gd name="connsiteY97" fmla="*/ 520946 h 4939827"/>
              <a:gd name="connsiteX98" fmla="*/ 1486347 w 12192000"/>
              <a:gd name="connsiteY98" fmla="*/ 487310 h 4939827"/>
              <a:gd name="connsiteX99" fmla="*/ 1568079 w 12192000"/>
              <a:gd name="connsiteY99" fmla="*/ 462531 h 4939827"/>
              <a:gd name="connsiteX100" fmla="*/ 1622516 w 12192000"/>
              <a:gd name="connsiteY100" fmla="*/ 466058 h 4939827"/>
              <a:gd name="connsiteX101" fmla="*/ 1655457 w 12192000"/>
              <a:gd name="connsiteY101" fmla="*/ 465359 h 4939827"/>
              <a:gd name="connsiteX102" fmla="*/ 1717454 w 12192000"/>
              <a:gd name="connsiteY102" fmla="*/ 417203 h 4939827"/>
              <a:gd name="connsiteX103" fmla="*/ 1913794 w 12192000"/>
              <a:gd name="connsiteY103" fmla="*/ 365255 h 4939827"/>
              <a:gd name="connsiteX104" fmla="*/ 2129762 w 12192000"/>
              <a:gd name="connsiteY104" fmla="*/ 367832 h 4939827"/>
              <a:gd name="connsiteX105" fmla="*/ 2376970 w 12192000"/>
              <a:gd name="connsiteY105" fmla="*/ 350129 h 4939827"/>
              <a:gd name="connsiteX106" fmla="*/ 2480155 w 12192000"/>
              <a:gd name="connsiteY106" fmla="*/ 359227 h 4939827"/>
              <a:gd name="connsiteX107" fmla="*/ 2586782 w 12192000"/>
              <a:gd name="connsiteY107" fmla="*/ 339352 h 4939827"/>
              <a:gd name="connsiteX108" fmla="*/ 2679617 w 12192000"/>
              <a:gd name="connsiteY108" fmla="*/ 305383 h 4939827"/>
              <a:gd name="connsiteX109" fmla="*/ 2788947 w 12192000"/>
              <a:gd name="connsiteY109" fmla="*/ 250375 h 4939827"/>
              <a:gd name="connsiteX110" fmla="*/ 2965530 w 12192000"/>
              <a:gd name="connsiteY110" fmla="*/ 245958 h 4939827"/>
              <a:gd name="connsiteX111" fmla="*/ 3103677 w 12192000"/>
              <a:gd name="connsiteY111" fmla="*/ 209527 h 4939827"/>
              <a:gd name="connsiteX112" fmla="*/ 3126759 w 12192000"/>
              <a:gd name="connsiteY112" fmla="*/ 211226 h 4939827"/>
              <a:gd name="connsiteX113" fmla="*/ 3164020 w 12192000"/>
              <a:gd name="connsiteY113" fmla="*/ 212779 h 4939827"/>
              <a:gd name="connsiteX114" fmla="*/ 3285019 w 12192000"/>
              <a:gd name="connsiteY114" fmla="*/ 220535 h 4939827"/>
              <a:gd name="connsiteX115" fmla="*/ 3365154 w 12192000"/>
              <a:gd name="connsiteY115" fmla="*/ 226416 h 4939827"/>
              <a:gd name="connsiteX116" fmla="*/ 3367507 w 12192000"/>
              <a:gd name="connsiteY116" fmla="*/ 225416 h 4939827"/>
              <a:gd name="connsiteX117" fmla="*/ 3387567 w 12192000"/>
              <a:gd name="connsiteY117" fmla="*/ 227103 h 4939827"/>
              <a:gd name="connsiteX118" fmla="*/ 3498001 w 12192000"/>
              <a:gd name="connsiteY118" fmla="*/ 231941 h 4939827"/>
              <a:gd name="connsiteX119" fmla="*/ 3561557 w 12192000"/>
              <a:gd name="connsiteY119" fmla="*/ 228095 h 4939827"/>
              <a:gd name="connsiteX120" fmla="*/ 3611920 w 12192000"/>
              <a:gd name="connsiteY120" fmla="*/ 218094 h 4939827"/>
              <a:gd name="connsiteX121" fmla="*/ 3620528 w 12192000"/>
              <a:gd name="connsiteY121" fmla="*/ 218788 h 4939827"/>
              <a:gd name="connsiteX122" fmla="*/ 3620766 w 12192000"/>
              <a:gd name="connsiteY122" fmla="*/ 218511 h 4939827"/>
              <a:gd name="connsiteX123" fmla="*/ 3629977 w 12192000"/>
              <a:gd name="connsiteY123" fmla="*/ 218664 h 4939827"/>
              <a:gd name="connsiteX124" fmla="*/ 3636217 w 12192000"/>
              <a:gd name="connsiteY124" fmla="*/ 220048 h 4939827"/>
              <a:gd name="connsiteX125" fmla="*/ 3709484 w 12192000"/>
              <a:gd name="connsiteY125" fmla="*/ 186927 h 4939827"/>
              <a:gd name="connsiteX126" fmla="*/ 3761342 w 12192000"/>
              <a:gd name="connsiteY126" fmla="*/ 177474 h 4939827"/>
              <a:gd name="connsiteX127" fmla="*/ 3799748 w 12192000"/>
              <a:gd name="connsiteY127" fmla="*/ 167154 h 4939827"/>
              <a:gd name="connsiteX128" fmla="*/ 3922756 w 12192000"/>
              <a:gd name="connsiteY128" fmla="*/ 194044 h 4939827"/>
              <a:gd name="connsiteX129" fmla="*/ 4028476 w 12192000"/>
              <a:gd name="connsiteY129" fmla="*/ 223679 h 4939827"/>
              <a:gd name="connsiteX130" fmla="*/ 4191582 w 12192000"/>
              <a:gd name="connsiteY130" fmla="*/ 238952 h 4939827"/>
              <a:gd name="connsiteX131" fmla="*/ 4251024 w 12192000"/>
              <a:gd name="connsiteY131" fmla="*/ 240874 h 4939827"/>
              <a:gd name="connsiteX132" fmla="*/ 4355275 w 12192000"/>
              <a:gd name="connsiteY132" fmla="*/ 260205 h 4939827"/>
              <a:gd name="connsiteX133" fmla="*/ 4423807 w 12192000"/>
              <a:gd name="connsiteY133" fmla="*/ 270366 h 4939827"/>
              <a:gd name="connsiteX134" fmla="*/ 4558432 w 12192000"/>
              <a:gd name="connsiteY134" fmla="*/ 269194 h 4939827"/>
              <a:gd name="connsiteX135" fmla="*/ 4635061 w 12192000"/>
              <a:gd name="connsiteY135" fmla="*/ 280682 h 4939827"/>
              <a:gd name="connsiteX136" fmla="*/ 4807427 w 12192000"/>
              <a:gd name="connsiteY136" fmla="*/ 276835 h 4939827"/>
              <a:gd name="connsiteX137" fmla="*/ 5028933 w 12192000"/>
              <a:gd name="connsiteY137" fmla="*/ 183887 h 4939827"/>
              <a:gd name="connsiteX138" fmla="*/ 5093642 w 12192000"/>
              <a:gd name="connsiteY138" fmla="*/ 177214 h 4939827"/>
              <a:gd name="connsiteX139" fmla="*/ 5102642 w 12192000"/>
              <a:gd name="connsiteY139" fmla="*/ 186816 h 4939827"/>
              <a:gd name="connsiteX140" fmla="*/ 5193590 w 12192000"/>
              <a:gd name="connsiteY140" fmla="*/ 156458 h 4939827"/>
              <a:gd name="connsiteX141" fmla="*/ 5323922 w 12192000"/>
              <a:gd name="connsiteY141" fmla="*/ 146332 h 4939827"/>
              <a:gd name="connsiteX142" fmla="*/ 5421860 w 12192000"/>
              <a:gd name="connsiteY142" fmla="*/ 167298 h 4939827"/>
              <a:gd name="connsiteX143" fmla="*/ 5476948 w 12192000"/>
              <a:gd name="connsiteY143" fmla="*/ 173249 h 4939827"/>
              <a:gd name="connsiteX144" fmla="*/ 5516842 w 12192000"/>
              <a:gd name="connsiteY144" fmla="*/ 184018 h 4939827"/>
              <a:gd name="connsiteX145" fmla="*/ 5619415 w 12192000"/>
              <a:gd name="connsiteY145" fmla="*/ 176781 h 4939827"/>
              <a:gd name="connsiteX146" fmla="*/ 5789867 w 12192000"/>
              <a:gd name="connsiteY146" fmla="*/ 150304 h 4939827"/>
              <a:gd name="connsiteX147" fmla="*/ 5825953 w 12192000"/>
              <a:gd name="connsiteY147" fmla="*/ 147907 h 4939827"/>
              <a:gd name="connsiteX148" fmla="*/ 5856168 w 12192000"/>
              <a:gd name="connsiteY148" fmla="*/ 158719 h 4939827"/>
              <a:gd name="connsiteX149" fmla="*/ 5862476 w 12192000"/>
              <a:gd name="connsiteY149" fmla="*/ 172447 h 4939827"/>
              <a:gd name="connsiteX150" fmla="*/ 5882195 w 12192000"/>
              <a:gd name="connsiteY150" fmla="*/ 173195 h 4939827"/>
              <a:gd name="connsiteX151" fmla="*/ 5887271 w 12192000"/>
              <a:gd name="connsiteY151" fmla="*/ 176084 h 4939827"/>
              <a:gd name="connsiteX152" fmla="*/ 5921577 w 12192000"/>
              <a:gd name="connsiteY152" fmla="*/ 169858 h 4939827"/>
              <a:gd name="connsiteX153" fmla="*/ 6184207 w 12192000"/>
              <a:gd name="connsiteY153" fmla="*/ 132658 h 4939827"/>
              <a:gd name="connsiteX154" fmla="*/ 6415830 w 12192000"/>
              <a:gd name="connsiteY154" fmla="*/ 136006 h 4939827"/>
              <a:gd name="connsiteX155" fmla="*/ 6756965 w 12192000"/>
              <a:gd name="connsiteY155" fmla="*/ 57636 h 4939827"/>
              <a:gd name="connsiteX156" fmla="*/ 6819400 w 12192000"/>
              <a:gd name="connsiteY156" fmla="*/ 30742 h 4939827"/>
              <a:gd name="connsiteX157" fmla="*/ 6986370 w 12192000"/>
              <a:gd name="connsiteY157" fmla="*/ 12659 h 4939827"/>
              <a:gd name="connsiteX158" fmla="*/ 6989536 w 12192000"/>
              <a:gd name="connsiteY158" fmla="*/ 14528 h 4939827"/>
              <a:gd name="connsiteX159" fmla="*/ 7015933 w 12192000"/>
              <a:gd name="connsiteY159" fmla="*/ 9653 h 4939827"/>
              <a:gd name="connsiteX160" fmla="*/ 7020592 w 12192000"/>
              <a:gd name="connsiteY160" fmla="*/ 1651 h 4939827"/>
              <a:gd name="connsiteX161" fmla="*/ 7025905 w 12192000"/>
              <a:gd name="connsiteY161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732750 w 12192000"/>
              <a:gd name="connsiteY13" fmla="*/ 145456 h 4939827"/>
              <a:gd name="connsiteX14" fmla="*/ 7785900 w 12192000"/>
              <a:gd name="connsiteY14" fmla="*/ 154493 h 4939827"/>
              <a:gd name="connsiteX15" fmla="*/ 7952584 w 12192000"/>
              <a:gd name="connsiteY15" fmla="*/ 170181 h 4939827"/>
              <a:gd name="connsiteX16" fmla="*/ 8009534 w 12192000"/>
              <a:gd name="connsiteY16" fmla="*/ 176441 h 4939827"/>
              <a:gd name="connsiteX17" fmla="*/ 8058681 w 12192000"/>
              <a:gd name="connsiteY17" fmla="*/ 219431 h 4939827"/>
              <a:gd name="connsiteX18" fmla="*/ 8126175 w 12192000"/>
              <a:gd name="connsiteY18" fmla="*/ 240005 h 4939827"/>
              <a:gd name="connsiteX19" fmla="*/ 8166439 w 12192000"/>
              <a:gd name="connsiteY19" fmla="*/ 252699 h 4939827"/>
              <a:gd name="connsiteX20" fmla="*/ 8281371 w 12192000"/>
              <a:gd name="connsiteY20" fmla="*/ 256875 h 4939827"/>
              <a:gd name="connsiteX21" fmla="*/ 8381609 w 12192000"/>
              <a:gd name="connsiteY21" fmla="*/ 240618 h 4939827"/>
              <a:gd name="connsiteX22" fmla="*/ 8406759 w 12192000"/>
              <a:gd name="connsiteY22" fmla="*/ 232517 h 4939827"/>
              <a:gd name="connsiteX23" fmla="*/ 8426506 w 12192000"/>
              <a:gd name="connsiteY23" fmla="*/ 241842 h 4939827"/>
              <a:gd name="connsiteX24" fmla="*/ 8427949 w 12192000"/>
              <a:gd name="connsiteY24" fmla="*/ 240981 h 4939827"/>
              <a:gd name="connsiteX25" fmla="*/ 8441468 w 12192000"/>
              <a:gd name="connsiteY25" fmla="*/ 241157 h 4939827"/>
              <a:gd name="connsiteX26" fmla="*/ 8565757 w 12192000"/>
              <a:gd name="connsiteY26" fmla="*/ 255317 h 4939827"/>
              <a:gd name="connsiteX27" fmla="*/ 8573171 w 12192000"/>
              <a:gd name="connsiteY27" fmla="*/ 258426 h 4939827"/>
              <a:gd name="connsiteX28" fmla="*/ 8573548 w 12192000"/>
              <a:gd name="connsiteY28" fmla="*/ 258241 h 4939827"/>
              <a:gd name="connsiteX29" fmla="*/ 8581827 w 12192000"/>
              <a:gd name="connsiteY29" fmla="*/ 261028 h 4939827"/>
              <a:gd name="connsiteX30" fmla="*/ 8586687 w 12192000"/>
              <a:gd name="connsiteY30" fmla="*/ 264089 h 4939827"/>
              <a:gd name="connsiteX31" fmla="*/ 8601067 w 12192000"/>
              <a:gd name="connsiteY31" fmla="*/ 270114 h 4939827"/>
              <a:gd name="connsiteX32" fmla="*/ 8672650 w 12192000"/>
              <a:gd name="connsiteY32" fmla="*/ 254821 h 4939827"/>
              <a:gd name="connsiteX33" fmla="*/ 8785543 w 12192000"/>
              <a:gd name="connsiteY33" fmla="*/ 263406 h 4939827"/>
              <a:gd name="connsiteX34" fmla="*/ 8830588 w 12192000"/>
              <a:gd name="connsiteY34" fmla="*/ 265483 h 4939827"/>
              <a:gd name="connsiteX35" fmla="*/ 8905142 w 12192000"/>
              <a:gd name="connsiteY35" fmla="*/ 264958 h 4939827"/>
              <a:gd name="connsiteX36" fmla="*/ 8968582 w 12192000"/>
              <a:gd name="connsiteY36" fmla="*/ 262728 h 4939827"/>
              <a:gd name="connsiteX37" fmla="*/ 8972994 w 12192000"/>
              <a:gd name="connsiteY37" fmla="*/ 263284 h 4939827"/>
              <a:gd name="connsiteX38" fmla="*/ 9004605 w 12192000"/>
              <a:gd name="connsiteY38" fmla="*/ 258041 h 4939827"/>
              <a:gd name="connsiteX39" fmla="*/ 9016165 w 12192000"/>
              <a:gd name="connsiteY39" fmla="*/ 261258 h 4939827"/>
              <a:gd name="connsiteX40" fmla="*/ 9043297 w 12192000"/>
              <a:gd name="connsiteY40" fmla="*/ 281547 h 4939827"/>
              <a:gd name="connsiteX41" fmla="*/ 9048315 w 12192000"/>
              <a:gd name="connsiteY41" fmla="*/ 279264 h 4939827"/>
              <a:gd name="connsiteX42" fmla="*/ 9054706 w 12192000"/>
              <a:gd name="connsiteY42" fmla="*/ 278538 h 4939827"/>
              <a:gd name="connsiteX43" fmla="*/ 9070919 w 12192000"/>
              <a:gd name="connsiteY43" fmla="*/ 281810 h 4939827"/>
              <a:gd name="connsiteX44" fmla="*/ 9076813 w 12192000"/>
              <a:gd name="connsiteY44" fmla="*/ 283909 h 4939827"/>
              <a:gd name="connsiteX45" fmla="*/ 9085871 w 12192000"/>
              <a:gd name="connsiteY45" fmla="*/ 285133 h 4939827"/>
              <a:gd name="connsiteX46" fmla="*/ 9086159 w 12192000"/>
              <a:gd name="connsiteY46" fmla="*/ 284887 h 4939827"/>
              <a:gd name="connsiteX47" fmla="*/ 9134606 w 12192000"/>
              <a:gd name="connsiteY47" fmla="*/ 288168 h 4939827"/>
              <a:gd name="connsiteX48" fmla="*/ 9195590 w 12192000"/>
              <a:gd name="connsiteY48" fmla="*/ 279568 h 4939827"/>
              <a:gd name="connsiteX49" fmla="*/ 9219336 w 12192000"/>
              <a:gd name="connsiteY49" fmla="*/ 278133 h 4939827"/>
              <a:gd name="connsiteX50" fmla="*/ 9232362 w 12192000"/>
              <a:gd name="connsiteY50" fmla="*/ 275894 h 4939827"/>
              <a:gd name="connsiteX51" fmla="*/ 9233396 w 12192000"/>
              <a:gd name="connsiteY51" fmla="*/ 274803 h 4939827"/>
              <a:gd name="connsiteX52" fmla="*/ 9256213 w 12192000"/>
              <a:gd name="connsiteY52" fmla="*/ 281576 h 4939827"/>
              <a:gd name="connsiteX53" fmla="*/ 9371484 w 12192000"/>
              <a:gd name="connsiteY53" fmla="*/ 329634 h 4939827"/>
              <a:gd name="connsiteX54" fmla="*/ 9404829 w 12192000"/>
              <a:gd name="connsiteY54" fmla="*/ 339038 h 4939827"/>
              <a:gd name="connsiteX55" fmla="*/ 9427021 w 12192000"/>
              <a:gd name="connsiteY55" fmla="*/ 358784 h 4939827"/>
              <a:gd name="connsiteX56" fmla="*/ 9670844 w 12192000"/>
              <a:gd name="connsiteY56" fmla="*/ 405128 h 4939827"/>
              <a:gd name="connsiteX57" fmla="*/ 9816083 w 12192000"/>
              <a:gd name="connsiteY57" fmla="*/ 416573 h 4939827"/>
              <a:gd name="connsiteX58" fmla="*/ 9936741 w 12192000"/>
              <a:gd name="connsiteY58" fmla="*/ 437044 h 4939827"/>
              <a:gd name="connsiteX59" fmla="*/ 10050093 w 12192000"/>
              <a:gd name="connsiteY59" fmla="*/ 443783 h 4939827"/>
              <a:gd name="connsiteX60" fmla="*/ 10130090 w 12192000"/>
              <a:gd name="connsiteY60" fmla="*/ 459520 h 4939827"/>
              <a:gd name="connsiteX61" fmla="*/ 10173456 w 12192000"/>
              <a:gd name="connsiteY61" fmla="*/ 457749 h 4939827"/>
              <a:gd name="connsiteX62" fmla="*/ 10218232 w 12192000"/>
              <a:gd name="connsiteY62" fmla="*/ 459820 h 4939827"/>
              <a:gd name="connsiteX63" fmla="*/ 10354176 w 12192000"/>
              <a:gd name="connsiteY63" fmla="*/ 471377 h 4939827"/>
              <a:gd name="connsiteX64" fmla="*/ 10430681 w 12192000"/>
              <a:gd name="connsiteY64" fmla="*/ 481226 h 4939827"/>
              <a:gd name="connsiteX65" fmla="*/ 10478169 w 12192000"/>
              <a:gd name="connsiteY65" fmla="*/ 481774 h 4939827"/>
              <a:gd name="connsiteX66" fmla="*/ 10540907 w 12192000"/>
              <a:gd name="connsiteY66" fmla="*/ 485607 h 4939827"/>
              <a:gd name="connsiteX67" fmla="*/ 10614941 w 12192000"/>
              <a:gd name="connsiteY67" fmla="*/ 487592 h 4939827"/>
              <a:gd name="connsiteX68" fmla="*/ 10674098 w 12192000"/>
              <a:gd name="connsiteY68" fmla="*/ 521656 h 4939827"/>
              <a:gd name="connsiteX69" fmla="*/ 10874834 w 12192000"/>
              <a:gd name="connsiteY69" fmla="*/ 574867 h 4939827"/>
              <a:gd name="connsiteX70" fmla="*/ 10944981 w 12192000"/>
              <a:gd name="connsiteY70" fmla="*/ 615042 h 4939827"/>
              <a:gd name="connsiteX71" fmla="*/ 11006376 w 12192000"/>
              <a:gd name="connsiteY71" fmla="*/ 645957 h 4939827"/>
              <a:gd name="connsiteX72" fmla="*/ 11076308 w 12192000"/>
              <a:gd name="connsiteY72" fmla="*/ 675698 h 4939827"/>
              <a:gd name="connsiteX73" fmla="*/ 11148789 w 12192000"/>
              <a:gd name="connsiteY73" fmla="*/ 685041 h 4939827"/>
              <a:gd name="connsiteX74" fmla="*/ 11249129 w 12192000"/>
              <a:gd name="connsiteY74" fmla="*/ 684218 h 4939827"/>
              <a:gd name="connsiteX75" fmla="*/ 11299915 w 12192000"/>
              <a:gd name="connsiteY75" fmla="*/ 692177 h 4939827"/>
              <a:gd name="connsiteX76" fmla="*/ 11386973 w 12192000"/>
              <a:gd name="connsiteY76" fmla="*/ 708209 h 4939827"/>
              <a:gd name="connsiteX77" fmla="*/ 11500105 w 12192000"/>
              <a:gd name="connsiteY77" fmla="*/ 735014 h 4939827"/>
              <a:gd name="connsiteX78" fmla="*/ 11621735 w 12192000"/>
              <a:gd name="connsiteY78" fmla="*/ 789584 h 4939827"/>
              <a:gd name="connsiteX79" fmla="*/ 11691200 w 12192000"/>
              <a:gd name="connsiteY79" fmla="*/ 867902 h 4939827"/>
              <a:gd name="connsiteX80" fmla="*/ 11819427 w 12192000"/>
              <a:gd name="connsiteY80" fmla="*/ 911634 h 4939827"/>
              <a:gd name="connsiteX81" fmla="*/ 11969720 w 12192000"/>
              <a:gd name="connsiteY81" fmla="*/ 964737 h 4939827"/>
              <a:gd name="connsiteX82" fmla="*/ 12055766 w 12192000"/>
              <a:gd name="connsiteY82" fmla="*/ 991268 h 4939827"/>
              <a:gd name="connsiteX83" fmla="*/ 12171539 w 12192000"/>
              <a:gd name="connsiteY83" fmla="*/ 995427 h 4939827"/>
              <a:gd name="connsiteX84" fmla="*/ 12187831 w 12192000"/>
              <a:gd name="connsiteY84" fmla="*/ 996580 h 4939827"/>
              <a:gd name="connsiteX85" fmla="*/ 12192000 w 12192000"/>
              <a:gd name="connsiteY85" fmla="*/ 996726 h 4939827"/>
              <a:gd name="connsiteX86" fmla="*/ 12192000 w 12192000"/>
              <a:gd name="connsiteY86" fmla="*/ 4939827 h 4939827"/>
              <a:gd name="connsiteX87" fmla="*/ 0 w 12192000"/>
              <a:gd name="connsiteY87" fmla="*/ 4939827 h 4939827"/>
              <a:gd name="connsiteX88" fmla="*/ 0 w 12192000"/>
              <a:gd name="connsiteY88" fmla="*/ 512043 h 4939827"/>
              <a:gd name="connsiteX89" fmla="*/ 7381 w 12192000"/>
              <a:gd name="connsiteY89" fmla="*/ 512580 h 4939827"/>
              <a:gd name="connsiteX90" fmla="*/ 100029 w 12192000"/>
              <a:gd name="connsiteY90" fmla="*/ 504758 h 4939827"/>
              <a:gd name="connsiteX91" fmla="*/ 155244 w 12192000"/>
              <a:gd name="connsiteY91" fmla="*/ 525130 h 4939827"/>
              <a:gd name="connsiteX92" fmla="*/ 254366 w 12192000"/>
              <a:gd name="connsiteY92" fmla="*/ 534449 h 4939827"/>
              <a:gd name="connsiteX93" fmla="*/ 447292 w 12192000"/>
              <a:gd name="connsiteY93" fmla="*/ 542725 h 4939827"/>
              <a:gd name="connsiteX94" fmla="*/ 628105 w 12192000"/>
              <a:gd name="connsiteY94" fmla="*/ 547853 h 4939827"/>
              <a:gd name="connsiteX95" fmla="*/ 783146 w 12192000"/>
              <a:gd name="connsiteY95" fmla="*/ 591799 h 4939827"/>
              <a:gd name="connsiteX96" fmla="*/ 1043676 w 12192000"/>
              <a:gd name="connsiteY96" fmla="*/ 591887 h 4939827"/>
              <a:gd name="connsiteX97" fmla="*/ 1281816 w 12192000"/>
              <a:gd name="connsiteY97" fmla="*/ 520946 h 4939827"/>
              <a:gd name="connsiteX98" fmla="*/ 1486347 w 12192000"/>
              <a:gd name="connsiteY98" fmla="*/ 487310 h 4939827"/>
              <a:gd name="connsiteX99" fmla="*/ 1568079 w 12192000"/>
              <a:gd name="connsiteY99" fmla="*/ 462531 h 4939827"/>
              <a:gd name="connsiteX100" fmla="*/ 1622516 w 12192000"/>
              <a:gd name="connsiteY100" fmla="*/ 466058 h 4939827"/>
              <a:gd name="connsiteX101" fmla="*/ 1655457 w 12192000"/>
              <a:gd name="connsiteY101" fmla="*/ 465359 h 4939827"/>
              <a:gd name="connsiteX102" fmla="*/ 1717454 w 12192000"/>
              <a:gd name="connsiteY102" fmla="*/ 417203 h 4939827"/>
              <a:gd name="connsiteX103" fmla="*/ 1913794 w 12192000"/>
              <a:gd name="connsiteY103" fmla="*/ 365255 h 4939827"/>
              <a:gd name="connsiteX104" fmla="*/ 2129762 w 12192000"/>
              <a:gd name="connsiteY104" fmla="*/ 367832 h 4939827"/>
              <a:gd name="connsiteX105" fmla="*/ 2376970 w 12192000"/>
              <a:gd name="connsiteY105" fmla="*/ 350129 h 4939827"/>
              <a:gd name="connsiteX106" fmla="*/ 2480155 w 12192000"/>
              <a:gd name="connsiteY106" fmla="*/ 359227 h 4939827"/>
              <a:gd name="connsiteX107" fmla="*/ 2586782 w 12192000"/>
              <a:gd name="connsiteY107" fmla="*/ 339352 h 4939827"/>
              <a:gd name="connsiteX108" fmla="*/ 2679617 w 12192000"/>
              <a:gd name="connsiteY108" fmla="*/ 305383 h 4939827"/>
              <a:gd name="connsiteX109" fmla="*/ 2788947 w 12192000"/>
              <a:gd name="connsiteY109" fmla="*/ 250375 h 4939827"/>
              <a:gd name="connsiteX110" fmla="*/ 2965530 w 12192000"/>
              <a:gd name="connsiteY110" fmla="*/ 245958 h 4939827"/>
              <a:gd name="connsiteX111" fmla="*/ 3103677 w 12192000"/>
              <a:gd name="connsiteY111" fmla="*/ 209527 h 4939827"/>
              <a:gd name="connsiteX112" fmla="*/ 3126759 w 12192000"/>
              <a:gd name="connsiteY112" fmla="*/ 211226 h 4939827"/>
              <a:gd name="connsiteX113" fmla="*/ 3164020 w 12192000"/>
              <a:gd name="connsiteY113" fmla="*/ 212779 h 4939827"/>
              <a:gd name="connsiteX114" fmla="*/ 3285019 w 12192000"/>
              <a:gd name="connsiteY114" fmla="*/ 220535 h 4939827"/>
              <a:gd name="connsiteX115" fmla="*/ 3365154 w 12192000"/>
              <a:gd name="connsiteY115" fmla="*/ 226416 h 4939827"/>
              <a:gd name="connsiteX116" fmla="*/ 3367507 w 12192000"/>
              <a:gd name="connsiteY116" fmla="*/ 225416 h 4939827"/>
              <a:gd name="connsiteX117" fmla="*/ 3387567 w 12192000"/>
              <a:gd name="connsiteY117" fmla="*/ 227103 h 4939827"/>
              <a:gd name="connsiteX118" fmla="*/ 3498001 w 12192000"/>
              <a:gd name="connsiteY118" fmla="*/ 231941 h 4939827"/>
              <a:gd name="connsiteX119" fmla="*/ 3561557 w 12192000"/>
              <a:gd name="connsiteY119" fmla="*/ 228095 h 4939827"/>
              <a:gd name="connsiteX120" fmla="*/ 3611920 w 12192000"/>
              <a:gd name="connsiteY120" fmla="*/ 218094 h 4939827"/>
              <a:gd name="connsiteX121" fmla="*/ 3620528 w 12192000"/>
              <a:gd name="connsiteY121" fmla="*/ 218788 h 4939827"/>
              <a:gd name="connsiteX122" fmla="*/ 3620766 w 12192000"/>
              <a:gd name="connsiteY122" fmla="*/ 218511 h 4939827"/>
              <a:gd name="connsiteX123" fmla="*/ 3629977 w 12192000"/>
              <a:gd name="connsiteY123" fmla="*/ 218664 h 4939827"/>
              <a:gd name="connsiteX124" fmla="*/ 3636217 w 12192000"/>
              <a:gd name="connsiteY124" fmla="*/ 220048 h 4939827"/>
              <a:gd name="connsiteX125" fmla="*/ 3709484 w 12192000"/>
              <a:gd name="connsiteY125" fmla="*/ 186927 h 4939827"/>
              <a:gd name="connsiteX126" fmla="*/ 3761342 w 12192000"/>
              <a:gd name="connsiteY126" fmla="*/ 177474 h 4939827"/>
              <a:gd name="connsiteX127" fmla="*/ 3799748 w 12192000"/>
              <a:gd name="connsiteY127" fmla="*/ 167154 h 4939827"/>
              <a:gd name="connsiteX128" fmla="*/ 3922756 w 12192000"/>
              <a:gd name="connsiteY128" fmla="*/ 194044 h 4939827"/>
              <a:gd name="connsiteX129" fmla="*/ 4028476 w 12192000"/>
              <a:gd name="connsiteY129" fmla="*/ 223679 h 4939827"/>
              <a:gd name="connsiteX130" fmla="*/ 4191582 w 12192000"/>
              <a:gd name="connsiteY130" fmla="*/ 238952 h 4939827"/>
              <a:gd name="connsiteX131" fmla="*/ 4251024 w 12192000"/>
              <a:gd name="connsiteY131" fmla="*/ 240874 h 4939827"/>
              <a:gd name="connsiteX132" fmla="*/ 4355275 w 12192000"/>
              <a:gd name="connsiteY132" fmla="*/ 260205 h 4939827"/>
              <a:gd name="connsiteX133" fmla="*/ 4423807 w 12192000"/>
              <a:gd name="connsiteY133" fmla="*/ 270366 h 4939827"/>
              <a:gd name="connsiteX134" fmla="*/ 4558432 w 12192000"/>
              <a:gd name="connsiteY134" fmla="*/ 269194 h 4939827"/>
              <a:gd name="connsiteX135" fmla="*/ 4635061 w 12192000"/>
              <a:gd name="connsiteY135" fmla="*/ 280682 h 4939827"/>
              <a:gd name="connsiteX136" fmla="*/ 4807427 w 12192000"/>
              <a:gd name="connsiteY136" fmla="*/ 276835 h 4939827"/>
              <a:gd name="connsiteX137" fmla="*/ 5028933 w 12192000"/>
              <a:gd name="connsiteY137" fmla="*/ 183887 h 4939827"/>
              <a:gd name="connsiteX138" fmla="*/ 5093642 w 12192000"/>
              <a:gd name="connsiteY138" fmla="*/ 177214 h 4939827"/>
              <a:gd name="connsiteX139" fmla="*/ 5102642 w 12192000"/>
              <a:gd name="connsiteY139" fmla="*/ 186816 h 4939827"/>
              <a:gd name="connsiteX140" fmla="*/ 5193590 w 12192000"/>
              <a:gd name="connsiteY140" fmla="*/ 156458 h 4939827"/>
              <a:gd name="connsiteX141" fmla="*/ 5323922 w 12192000"/>
              <a:gd name="connsiteY141" fmla="*/ 146332 h 4939827"/>
              <a:gd name="connsiteX142" fmla="*/ 5421860 w 12192000"/>
              <a:gd name="connsiteY142" fmla="*/ 167298 h 4939827"/>
              <a:gd name="connsiteX143" fmla="*/ 5476948 w 12192000"/>
              <a:gd name="connsiteY143" fmla="*/ 173249 h 4939827"/>
              <a:gd name="connsiteX144" fmla="*/ 5516842 w 12192000"/>
              <a:gd name="connsiteY144" fmla="*/ 184018 h 4939827"/>
              <a:gd name="connsiteX145" fmla="*/ 5619415 w 12192000"/>
              <a:gd name="connsiteY145" fmla="*/ 176781 h 4939827"/>
              <a:gd name="connsiteX146" fmla="*/ 5789867 w 12192000"/>
              <a:gd name="connsiteY146" fmla="*/ 150304 h 4939827"/>
              <a:gd name="connsiteX147" fmla="*/ 5825953 w 12192000"/>
              <a:gd name="connsiteY147" fmla="*/ 147907 h 4939827"/>
              <a:gd name="connsiteX148" fmla="*/ 5856168 w 12192000"/>
              <a:gd name="connsiteY148" fmla="*/ 158719 h 4939827"/>
              <a:gd name="connsiteX149" fmla="*/ 5862476 w 12192000"/>
              <a:gd name="connsiteY149" fmla="*/ 172447 h 4939827"/>
              <a:gd name="connsiteX150" fmla="*/ 5882195 w 12192000"/>
              <a:gd name="connsiteY150" fmla="*/ 173195 h 4939827"/>
              <a:gd name="connsiteX151" fmla="*/ 5887271 w 12192000"/>
              <a:gd name="connsiteY151" fmla="*/ 176084 h 4939827"/>
              <a:gd name="connsiteX152" fmla="*/ 5921577 w 12192000"/>
              <a:gd name="connsiteY152" fmla="*/ 169858 h 4939827"/>
              <a:gd name="connsiteX153" fmla="*/ 6184207 w 12192000"/>
              <a:gd name="connsiteY153" fmla="*/ 132658 h 4939827"/>
              <a:gd name="connsiteX154" fmla="*/ 6415830 w 12192000"/>
              <a:gd name="connsiteY154" fmla="*/ 136006 h 4939827"/>
              <a:gd name="connsiteX155" fmla="*/ 6756965 w 12192000"/>
              <a:gd name="connsiteY155" fmla="*/ 57636 h 4939827"/>
              <a:gd name="connsiteX156" fmla="*/ 6819400 w 12192000"/>
              <a:gd name="connsiteY156" fmla="*/ 30742 h 4939827"/>
              <a:gd name="connsiteX157" fmla="*/ 6986370 w 12192000"/>
              <a:gd name="connsiteY157" fmla="*/ 12659 h 4939827"/>
              <a:gd name="connsiteX158" fmla="*/ 6989536 w 12192000"/>
              <a:gd name="connsiteY158" fmla="*/ 14528 h 4939827"/>
              <a:gd name="connsiteX159" fmla="*/ 7015933 w 12192000"/>
              <a:gd name="connsiteY159" fmla="*/ 9653 h 4939827"/>
              <a:gd name="connsiteX160" fmla="*/ 7020592 w 12192000"/>
              <a:gd name="connsiteY160" fmla="*/ 1651 h 4939827"/>
              <a:gd name="connsiteX161" fmla="*/ 7025905 w 12192000"/>
              <a:gd name="connsiteY161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732750 w 12192000"/>
              <a:gd name="connsiteY13" fmla="*/ 145456 h 4939827"/>
              <a:gd name="connsiteX14" fmla="*/ 7785900 w 12192000"/>
              <a:gd name="connsiteY14" fmla="*/ 154493 h 4939827"/>
              <a:gd name="connsiteX15" fmla="*/ 7952584 w 12192000"/>
              <a:gd name="connsiteY15" fmla="*/ 170181 h 4939827"/>
              <a:gd name="connsiteX16" fmla="*/ 8009534 w 12192000"/>
              <a:gd name="connsiteY16" fmla="*/ 176441 h 4939827"/>
              <a:gd name="connsiteX17" fmla="*/ 8058681 w 12192000"/>
              <a:gd name="connsiteY17" fmla="*/ 219431 h 4939827"/>
              <a:gd name="connsiteX18" fmla="*/ 8126175 w 12192000"/>
              <a:gd name="connsiteY18" fmla="*/ 240005 h 4939827"/>
              <a:gd name="connsiteX19" fmla="*/ 8166439 w 12192000"/>
              <a:gd name="connsiteY19" fmla="*/ 252699 h 4939827"/>
              <a:gd name="connsiteX20" fmla="*/ 8281371 w 12192000"/>
              <a:gd name="connsiteY20" fmla="*/ 256875 h 4939827"/>
              <a:gd name="connsiteX21" fmla="*/ 8381609 w 12192000"/>
              <a:gd name="connsiteY21" fmla="*/ 240618 h 4939827"/>
              <a:gd name="connsiteX22" fmla="*/ 8406759 w 12192000"/>
              <a:gd name="connsiteY22" fmla="*/ 232517 h 4939827"/>
              <a:gd name="connsiteX23" fmla="*/ 8426506 w 12192000"/>
              <a:gd name="connsiteY23" fmla="*/ 241842 h 4939827"/>
              <a:gd name="connsiteX24" fmla="*/ 8427949 w 12192000"/>
              <a:gd name="connsiteY24" fmla="*/ 240981 h 4939827"/>
              <a:gd name="connsiteX25" fmla="*/ 8441468 w 12192000"/>
              <a:gd name="connsiteY25" fmla="*/ 241157 h 4939827"/>
              <a:gd name="connsiteX26" fmla="*/ 8565757 w 12192000"/>
              <a:gd name="connsiteY26" fmla="*/ 255317 h 4939827"/>
              <a:gd name="connsiteX27" fmla="*/ 8573171 w 12192000"/>
              <a:gd name="connsiteY27" fmla="*/ 258426 h 4939827"/>
              <a:gd name="connsiteX28" fmla="*/ 8573548 w 12192000"/>
              <a:gd name="connsiteY28" fmla="*/ 258241 h 4939827"/>
              <a:gd name="connsiteX29" fmla="*/ 8581827 w 12192000"/>
              <a:gd name="connsiteY29" fmla="*/ 261028 h 4939827"/>
              <a:gd name="connsiteX30" fmla="*/ 8586687 w 12192000"/>
              <a:gd name="connsiteY30" fmla="*/ 264089 h 4939827"/>
              <a:gd name="connsiteX31" fmla="*/ 8601067 w 12192000"/>
              <a:gd name="connsiteY31" fmla="*/ 270114 h 4939827"/>
              <a:gd name="connsiteX32" fmla="*/ 8672650 w 12192000"/>
              <a:gd name="connsiteY32" fmla="*/ 254821 h 4939827"/>
              <a:gd name="connsiteX33" fmla="*/ 8785543 w 12192000"/>
              <a:gd name="connsiteY33" fmla="*/ 263406 h 4939827"/>
              <a:gd name="connsiteX34" fmla="*/ 8830588 w 12192000"/>
              <a:gd name="connsiteY34" fmla="*/ 265483 h 4939827"/>
              <a:gd name="connsiteX35" fmla="*/ 8905142 w 12192000"/>
              <a:gd name="connsiteY35" fmla="*/ 264958 h 4939827"/>
              <a:gd name="connsiteX36" fmla="*/ 8968582 w 12192000"/>
              <a:gd name="connsiteY36" fmla="*/ 262728 h 4939827"/>
              <a:gd name="connsiteX37" fmla="*/ 8972994 w 12192000"/>
              <a:gd name="connsiteY37" fmla="*/ 263284 h 4939827"/>
              <a:gd name="connsiteX38" fmla="*/ 9004605 w 12192000"/>
              <a:gd name="connsiteY38" fmla="*/ 258041 h 4939827"/>
              <a:gd name="connsiteX39" fmla="*/ 9016165 w 12192000"/>
              <a:gd name="connsiteY39" fmla="*/ 261258 h 4939827"/>
              <a:gd name="connsiteX40" fmla="*/ 9043297 w 12192000"/>
              <a:gd name="connsiteY40" fmla="*/ 281547 h 4939827"/>
              <a:gd name="connsiteX41" fmla="*/ 9048315 w 12192000"/>
              <a:gd name="connsiteY41" fmla="*/ 279264 h 4939827"/>
              <a:gd name="connsiteX42" fmla="*/ 9054706 w 12192000"/>
              <a:gd name="connsiteY42" fmla="*/ 278538 h 4939827"/>
              <a:gd name="connsiteX43" fmla="*/ 9070919 w 12192000"/>
              <a:gd name="connsiteY43" fmla="*/ 281810 h 4939827"/>
              <a:gd name="connsiteX44" fmla="*/ 9076813 w 12192000"/>
              <a:gd name="connsiteY44" fmla="*/ 283909 h 4939827"/>
              <a:gd name="connsiteX45" fmla="*/ 9085871 w 12192000"/>
              <a:gd name="connsiteY45" fmla="*/ 285133 h 4939827"/>
              <a:gd name="connsiteX46" fmla="*/ 9086159 w 12192000"/>
              <a:gd name="connsiteY46" fmla="*/ 284887 h 4939827"/>
              <a:gd name="connsiteX47" fmla="*/ 9134606 w 12192000"/>
              <a:gd name="connsiteY47" fmla="*/ 288168 h 4939827"/>
              <a:gd name="connsiteX48" fmla="*/ 9195590 w 12192000"/>
              <a:gd name="connsiteY48" fmla="*/ 279568 h 4939827"/>
              <a:gd name="connsiteX49" fmla="*/ 9219336 w 12192000"/>
              <a:gd name="connsiteY49" fmla="*/ 278133 h 4939827"/>
              <a:gd name="connsiteX50" fmla="*/ 9232362 w 12192000"/>
              <a:gd name="connsiteY50" fmla="*/ 275894 h 4939827"/>
              <a:gd name="connsiteX51" fmla="*/ 9233396 w 12192000"/>
              <a:gd name="connsiteY51" fmla="*/ 274803 h 4939827"/>
              <a:gd name="connsiteX52" fmla="*/ 9256213 w 12192000"/>
              <a:gd name="connsiteY52" fmla="*/ 281576 h 4939827"/>
              <a:gd name="connsiteX53" fmla="*/ 9371484 w 12192000"/>
              <a:gd name="connsiteY53" fmla="*/ 329634 h 4939827"/>
              <a:gd name="connsiteX54" fmla="*/ 9404829 w 12192000"/>
              <a:gd name="connsiteY54" fmla="*/ 339038 h 4939827"/>
              <a:gd name="connsiteX55" fmla="*/ 9427021 w 12192000"/>
              <a:gd name="connsiteY55" fmla="*/ 358784 h 4939827"/>
              <a:gd name="connsiteX56" fmla="*/ 9670844 w 12192000"/>
              <a:gd name="connsiteY56" fmla="*/ 405128 h 4939827"/>
              <a:gd name="connsiteX57" fmla="*/ 9816083 w 12192000"/>
              <a:gd name="connsiteY57" fmla="*/ 416573 h 4939827"/>
              <a:gd name="connsiteX58" fmla="*/ 9936741 w 12192000"/>
              <a:gd name="connsiteY58" fmla="*/ 437044 h 4939827"/>
              <a:gd name="connsiteX59" fmla="*/ 10050093 w 12192000"/>
              <a:gd name="connsiteY59" fmla="*/ 443783 h 4939827"/>
              <a:gd name="connsiteX60" fmla="*/ 10130090 w 12192000"/>
              <a:gd name="connsiteY60" fmla="*/ 459520 h 4939827"/>
              <a:gd name="connsiteX61" fmla="*/ 10173456 w 12192000"/>
              <a:gd name="connsiteY61" fmla="*/ 457749 h 4939827"/>
              <a:gd name="connsiteX62" fmla="*/ 10218232 w 12192000"/>
              <a:gd name="connsiteY62" fmla="*/ 459820 h 4939827"/>
              <a:gd name="connsiteX63" fmla="*/ 10354176 w 12192000"/>
              <a:gd name="connsiteY63" fmla="*/ 471377 h 4939827"/>
              <a:gd name="connsiteX64" fmla="*/ 10430681 w 12192000"/>
              <a:gd name="connsiteY64" fmla="*/ 481226 h 4939827"/>
              <a:gd name="connsiteX65" fmla="*/ 10478169 w 12192000"/>
              <a:gd name="connsiteY65" fmla="*/ 481774 h 4939827"/>
              <a:gd name="connsiteX66" fmla="*/ 10540907 w 12192000"/>
              <a:gd name="connsiteY66" fmla="*/ 485607 h 4939827"/>
              <a:gd name="connsiteX67" fmla="*/ 10614941 w 12192000"/>
              <a:gd name="connsiteY67" fmla="*/ 487592 h 4939827"/>
              <a:gd name="connsiteX68" fmla="*/ 10674098 w 12192000"/>
              <a:gd name="connsiteY68" fmla="*/ 521656 h 4939827"/>
              <a:gd name="connsiteX69" fmla="*/ 10874834 w 12192000"/>
              <a:gd name="connsiteY69" fmla="*/ 574867 h 4939827"/>
              <a:gd name="connsiteX70" fmla="*/ 10944981 w 12192000"/>
              <a:gd name="connsiteY70" fmla="*/ 615042 h 4939827"/>
              <a:gd name="connsiteX71" fmla="*/ 11006376 w 12192000"/>
              <a:gd name="connsiteY71" fmla="*/ 645957 h 4939827"/>
              <a:gd name="connsiteX72" fmla="*/ 11076308 w 12192000"/>
              <a:gd name="connsiteY72" fmla="*/ 675698 h 4939827"/>
              <a:gd name="connsiteX73" fmla="*/ 11148789 w 12192000"/>
              <a:gd name="connsiteY73" fmla="*/ 685041 h 4939827"/>
              <a:gd name="connsiteX74" fmla="*/ 11249129 w 12192000"/>
              <a:gd name="connsiteY74" fmla="*/ 684218 h 4939827"/>
              <a:gd name="connsiteX75" fmla="*/ 11299915 w 12192000"/>
              <a:gd name="connsiteY75" fmla="*/ 692177 h 4939827"/>
              <a:gd name="connsiteX76" fmla="*/ 11386973 w 12192000"/>
              <a:gd name="connsiteY76" fmla="*/ 708209 h 4939827"/>
              <a:gd name="connsiteX77" fmla="*/ 11500105 w 12192000"/>
              <a:gd name="connsiteY77" fmla="*/ 735014 h 4939827"/>
              <a:gd name="connsiteX78" fmla="*/ 11621735 w 12192000"/>
              <a:gd name="connsiteY78" fmla="*/ 789584 h 4939827"/>
              <a:gd name="connsiteX79" fmla="*/ 11691200 w 12192000"/>
              <a:gd name="connsiteY79" fmla="*/ 867902 h 4939827"/>
              <a:gd name="connsiteX80" fmla="*/ 11819427 w 12192000"/>
              <a:gd name="connsiteY80" fmla="*/ 911634 h 4939827"/>
              <a:gd name="connsiteX81" fmla="*/ 11969720 w 12192000"/>
              <a:gd name="connsiteY81" fmla="*/ 964737 h 4939827"/>
              <a:gd name="connsiteX82" fmla="*/ 12055766 w 12192000"/>
              <a:gd name="connsiteY82" fmla="*/ 991268 h 4939827"/>
              <a:gd name="connsiteX83" fmla="*/ 12171539 w 12192000"/>
              <a:gd name="connsiteY83" fmla="*/ 995427 h 4939827"/>
              <a:gd name="connsiteX84" fmla="*/ 12187831 w 12192000"/>
              <a:gd name="connsiteY84" fmla="*/ 996580 h 4939827"/>
              <a:gd name="connsiteX85" fmla="*/ 12192000 w 12192000"/>
              <a:gd name="connsiteY85" fmla="*/ 996726 h 4939827"/>
              <a:gd name="connsiteX86" fmla="*/ 12192000 w 12192000"/>
              <a:gd name="connsiteY86" fmla="*/ 4939827 h 4939827"/>
              <a:gd name="connsiteX87" fmla="*/ 0 w 12192000"/>
              <a:gd name="connsiteY87" fmla="*/ 4939827 h 4939827"/>
              <a:gd name="connsiteX88" fmla="*/ 0 w 12192000"/>
              <a:gd name="connsiteY88" fmla="*/ 512043 h 4939827"/>
              <a:gd name="connsiteX89" fmla="*/ 7381 w 12192000"/>
              <a:gd name="connsiteY89" fmla="*/ 512580 h 4939827"/>
              <a:gd name="connsiteX90" fmla="*/ 100029 w 12192000"/>
              <a:gd name="connsiteY90" fmla="*/ 504758 h 4939827"/>
              <a:gd name="connsiteX91" fmla="*/ 155244 w 12192000"/>
              <a:gd name="connsiteY91" fmla="*/ 525130 h 4939827"/>
              <a:gd name="connsiteX92" fmla="*/ 254366 w 12192000"/>
              <a:gd name="connsiteY92" fmla="*/ 534449 h 4939827"/>
              <a:gd name="connsiteX93" fmla="*/ 447292 w 12192000"/>
              <a:gd name="connsiteY93" fmla="*/ 542725 h 4939827"/>
              <a:gd name="connsiteX94" fmla="*/ 628105 w 12192000"/>
              <a:gd name="connsiteY94" fmla="*/ 547853 h 4939827"/>
              <a:gd name="connsiteX95" fmla="*/ 783146 w 12192000"/>
              <a:gd name="connsiteY95" fmla="*/ 591799 h 4939827"/>
              <a:gd name="connsiteX96" fmla="*/ 1043676 w 12192000"/>
              <a:gd name="connsiteY96" fmla="*/ 591887 h 4939827"/>
              <a:gd name="connsiteX97" fmla="*/ 1281816 w 12192000"/>
              <a:gd name="connsiteY97" fmla="*/ 520946 h 4939827"/>
              <a:gd name="connsiteX98" fmla="*/ 1486347 w 12192000"/>
              <a:gd name="connsiteY98" fmla="*/ 487310 h 4939827"/>
              <a:gd name="connsiteX99" fmla="*/ 1568079 w 12192000"/>
              <a:gd name="connsiteY99" fmla="*/ 462531 h 4939827"/>
              <a:gd name="connsiteX100" fmla="*/ 1622516 w 12192000"/>
              <a:gd name="connsiteY100" fmla="*/ 466058 h 4939827"/>
              <a:gd name="connsiteX101" fmla="*/ 1655457 w 12192000"/>
              <a:gd name="connsiteY101" fmla="*/ 465359 h 4939827"/>
              <a:gd name="connsiteX102" fmla="*/ 1717454 w 12192000"/>
              <a:gd name="connsiteY102" fmla="*/ 417203 h 4939827"/>
              <a:gd name="connsiteX103" fmla="*/ 1913794 w 12192000"/>
              <a:gd name="connsiteY103" fmla="*/ 365255 h 4939827"/>
              <a:gd name="connsiteX104" fmla="*/ 2129762 w 12192000"/>
              <a:gd name="connsiteY104" fmla="*/ 367832 h 4939827"/>
              <a:gd name="connsiteX105" fmla="*/ 2376970 w 12192000"/>
              <a:gd name="connsiteY105" fmla="*/ 350129 h 4939827"/>
              <a:gd name="connsiteX106" fmla="*/ 2480155 w 12192000"/>
              <a:gd name="connsiteY106" fmla="*/ 359227 h 4939827"/>
              <a:gd name="connsiteX107" fmla="*/ 2586782 w 12192000"/>
              <a:gd name="connsiteY107" fmla="*/ 339352 h 4939827"/>
              <a:gd name="connsiteX108" fmla="*/ 2679617 w 12192000"/>
              <a:gd name="connsiteY108" fmla="*/ 305383 h 4939827"/>
              <a:gd name="connsiteX109" fmla="*/ 2788947 w 12192000"/>
              <a:gd name="connsiteY109" fmla="*/ 250375 h 4939827"/>
              <a:gd name="connsiteX110" fmla="*/ 2965530 w 12192000"/>
              <a:gd name="connsiteY110" fmla="*/ 245958 h 4939827"/>
              <a:gd name="connsiteX111" fmla="*/ 3103677 w 12192000"/>
              <a:gd name="connsiteY111" fmla="*/ 209527 h 4939827"/>
              <a:gd name="connsiteX112" fmla="*/ 3126759 w 12192000"/>
              <a:gd name="connsiteY112" fmla="*/ 211226 h 4939827"/>
              <a:gd name="connsiteX113" fmla="*/ 3164020 w 12192000"/>
              <a:gd name="connsiteY113" fmla="*/ 212779 h 4939827"/>
              <a:gd name="connsiteX114" fmla="*/ 3285019 w 12192000"/>
              <a:gd name="connsiteY114" fmla="*/ 220535 h 4939827"/>
              <a:gd name="connsiteX115" fmla="*/ 3365154 w 12192000"/>
              <a:gd name="connsiteY115" fmla="*/ 226416 h 4939827"/>
              <a:gd name="connsiteX116" fmla="*/ 3367507 w 12192000"/>
              <a:gd name="connsiteY116" fmla="*/ 225416 h 4939827"/>
              <a:gd name="connsiteX117" fmla="*/ 3387567 w 12192000"/>
              <a:gd name="connsiteY117" fmla="*/ 227103 h 4939827"/>
              <a:gd name="connsiteX118" fmla="*/ 3498001 w 12192000"/>
              <a:gd name="connsiteY118" fmla="*/ 231941 h 4939827"/>
              <a:gd name="connsiteX119" fmla="*/ 3561557 w 12192000"/>
              <a:gd name="connsiteY119" fmla="*/ 228095 h 4939827"/>
              <a:gd name="connsiteX120" fmla="*/ 3611920 w 12192000"/>
              <a:gd name="connsiteY120" fmla="*/ 218094 h 4939827"/>
              <a:gd name="connsiteX121" fmla="*/ 3620528 w 12192000"/>
              <a:gd name="connsiteY121" fmla="*/ 218788 h 4939827"/>
              <a:gd name="connsiteX122" fmla="*/ 3620766 w 12192000"/>
              <a:gd name="connsiteY122" fmla="*/ 218511 h 4939827"/>
              <a:gd name="connsiteX123" fmla="*/ 3629977 w 12192000"/>
              <a:gd name="connsiteY123" fmla="*/ 218664 h 4939827"/>
              <a:gd name="connsiteX124" fmla="*/ 3636217 w 12192000"/>
              <a:gd name="connsiteY124" fmla="*/ 220048 h 4939827"/>
              <a:gd name="connsiteX125" fmla="*/ 3709484 w 12192000"/>
              <a:gd name="connsiteY125" fmla="*/ 186927 h 4939827"/>
              <a:gd name="connsiteX126" fmla="*/ 3761342 w 12192000"/>
              <a:gd name="connsiteY126" fmla="*/ 177474 h 4939827"/>
              <a:gd name="connsiteX127" fmla="*/ 3799748 w 12192000"/>
              <a:gd name="connsiteY127" fmla="*/ 167154 h 4939827"/>
              <a:gd name="connsiteX128" fmla="*/ 3922756 w 12192000"/>
              <a:gd name="connsiteY128" fmla="*/ 194044 h 4939827"/>
              <a:gd name="connsiteX129" fmla="*/ 4028476 w 12192000"/>
              <a:gd name="connsiteY129" fmla="*/ 223679 h 4939827"/>
              <a:gd name="connsiteX130" fmla="*/ 4191582 w 12192000"/>
              <a:gd name="connsiteY130" fmla="*/ 238952 h 4939827"/>
              <a:gd name="connsiteX131" fmla="*/ 4251024 w 12192000"/>
              <a:gd name="connsiteY131" fmla="*/ 240874 h 4939827"/>
              <a:gd name="connsiteX132" fmla="*/ 4355275 w 12192000"/>
              <a:gd name="connsiteY132" fmla="*/ 260205 h 4939827"/>
              <a:gd name="connsiteX133" fmla="*/ 4423807 w 12192000"/>
              <a:gd name="connsiteY133" fmla="*/ 270366 h 4939827"/>
              <a:gd name="connsiteX134" fmla="*/ 4558432 w 12192000"/>
              <a:gd name="connsiteY134" fmla="*/ 269194 h 4939827"/>
              <a:gd name="connsiteX135" fmla="*/ 4635061 w 12192000"/>
              <a:gd name="connsiteY135" fmla="*/ 280682 h 4939827"/>
              <a:gd name="connsiteX136" fmla="*/ 4807427 w 12192000"/>
              <a:gd name="connsiteY136" fmla="*/ 276835 h 4939827"/>
              <a:gd name="connsiteX137" fmla="*/ 5028933 w 12192000"/>
              <a:gd name="connsiteY137" fmla="*/ 183887 h 4939827"/>
              <a:gd name="connsiteX138" fmla="*/ 5093642 w 12192000"/>
              <a:gd name="connsiteY138" fmla="*/ 177214 h 4939827"/>
              <a:gd name="connsiteX139" fmla="*/ 5102642 w 12192000"/>
              <a:gd name="connsiteY139" fmla="*/ 186816 h 4939827"/>
              <a:gd name="connsiteX140" fmla="*/ 5193590 w 12192000"/>
              <a:gd name="connsiteY140" fmla="*/ 156458 h 4939827"/>
              <a:gd name="connsiteX141" fmla="*/ 5323922 w 12192000"/>
              <a:gd name="connsiteY141" fmla="*/ 146332 h 4939827"/>
              <a:gd name="connsiteX142" fmla="*/ 5421860 w 12192000"/>
              <a:gd name="connsiteY142" fmla="*/ 167298 h 4939827"/>
              <a:gd name="connsiteX143" fmla="*/ 5476948 w 12192000"/>
              <a:gd name="connsiteY143" fmla="*/ 173249 h 4939827"/>
              <a:gd name="connsiteX144" fmla="*/ 5516842 w 12192000"/>
              <a:gd name="connsiteY144" fmla="*/ 184018 h 4939827"/>
              <a:gd name="connsiteX145" fmla="*/ 5619415 w 12192000"/>
              <a:gd name="connsiteY145" fmla="*/ 176781 h 4939827"/>
              <a:gd name="connsiteX146" fmla="*/ 5789867 w 12192000"/>
              <a:gd name="connsiteY146" fmla="*/ 150304 h 4939827"/>
              <a:gd name="connsiteX147" fmla="*/ 5825953 w 12192000"/>
              <a:gd name="connsiteY147" fmla="*/ 147907 h 4939827"/>
              <a:gd name="connsiteX148" fmla="*/ 5856168 w 12192000"/>
              <a:gd name="connsiteY148" fmla="*/ 158719 h 4939827"/>
              <a:gd name="connsiteX149" fmla="*/ 5862476 w 12192000"/>
              <a:gd name="connsiteY149" fmla="*/ 172447 h 4939827"/>
              <a:gd name="connsiteX150" fmla="*/ 5882195 w 12192000"/>
              <a:gd name="connsiteY150" fmla="*/ 173195 h 4939827"/>
              <a:gd name="connsiteX151" fmla="*/ 5887271 w 12192000"/>
              <a:gd name="connsiteY151" fmla="*/ 176084 h 4939827"/>
              <a:gd name="connsiteX152" fmla="*/ 6001964 w 12192000"/>
              <a:gd name="connsiteY152" fmla="*/ 154786 h 4939827"/>
              <a:gd name="connsiteX153" fmla="*/ 6184207 w 12192000"/>
              <a:gd name="connsiteY153" fmla="*/ 132658 h 4939827"/>
              <a:gd name="connsiteX154" fmla="*/ 6415830 w 12192000"/>
              <a:gd name="connsiteY154" fmla="*/ 136006 h 4939827"/>
              <a:gd name="connsiteX155" fmla="*/ 6756965 w 12192000"/>
              <a:gd name="connsiteY155" fmla="*/ 57636 h 4939827"/>
              <a:gd name="connsiteX156" fmla="*/ 6819400 w 12192000"/>
              <a:gd name="connsiteY156" fmla="*/ 30742 h 4939827"/>
              <a:gd name="connsiteX157" fmla="*/ 6986370 w 12192000"/>
              <a:gd name="connsiteY157" fmla="*/ 12659 h 4939827"/>
              <a:gd name="connsiteX158" fmla="*/ 6989536 w 12192000"/>
              <a:gd name="connsiteY158" fmla="*/ 14528 h 4939827"/>
              <a:gd name="connsiteX159" fmla="*/ 7015933 w 12192000"/>
              <a:gd name="connsiteY159" fmla="*/ 9653 h 4939827"/>
              <a:gd name="connsiteX160" fmla="*/ 7020592 w 12192000"/>
              <a:gd name="connsiteY160" fmla="*/ 1651 h 4939827"/>
              <a:gd name="connsiteX161" fmla="*/ 7025905 w 12192000"/>
              <a:gd name="connsiteY161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732750 w 12192000"/>
              <a:gd name="connsiteY13" fmla="*/ 145456 h 4939827"/>
              <a:gd name="connsiteX14" fmla="*/ 7785900 w 12192000"/>
              <a:gd name="connsiteY14" fmla="*/ 154493 h 4939827"/>
              <a:gd name="connsiteX15" fmla="*/ 7952584 w 12192000"/>
              <a:gd name="connsiteY15" fmla="*/ 170181 h 4939827"/>
              <a:gd name="connsiteX16" fmla="*/ 8009534 w 12192000"/>
              <a:gd name="connsiteY16" fmla="*/ 176441 h 4939827"/>
              <a:gd name="connsiteX17" fmla="*/ 8058681 w 12192000"/>
              <a:gd name="connsiteY17" fmla="*/ 219431 h 4939827"/>
              <a:gd name="connsiteX18" fmla="*/ 8126175 w 12192000"/>
              <a:gd name="connsiteY18" fmla="*/ 240005 h 4939827"/>
              <a:gd name="connsiteX19" fmla="*/ 8166439 w 12192000"/>
              <a:gd name="connsiteY19" fmla="*/ 252699 h 4939827"/>
              <a:gd name="connsiteX20" fmla="*/ 8281371 w 12192000"/>
              <a:gd name="connsiteY20" fmla="*/ 256875 h 4939827"/>
              <a:gd name="connsiteX21" fmla="*/ 8381609 w 12192000"/>
              <a:gd name="connsiteY21" fmla="*/ 240618 h 4939827"/>
              <a:gd name="connsiteX22" fmla="*/ 8406759 w 12192000"/>
              <a:gd name="connsiteY22" fmla="*/ 232517 h 4939827"/>
              <a:gd name="connsiteX23" fmla="*/ 8426506 w 12192000"/>
              <a:gd name="connsiteY23" fmla="*/ 241842 h 4939827"/>
              <a:gd name="connsiteX24" fmla="*/ 8427949 w 12192000"/>
              <a:gd name="connsiteY24" fmla="*/ 240981 h 4939827"/>
              <a:gd name="connsiteX25" fmla="*/ 8441468 w 12192000"/>
              <a:gd name="connsiteY25" fmla="*/ 241157 h 4939827"/>
              <a:gd name="connsiteX26" fmla="*/ 8565757 w 12192000"/>
              <a:gd name="connsiteY26" fmla="*/ 255317 h 4939827"/>
              <a:gd name="connsiteX27" fmla="*/ 8573171 w 12192000"/>
              <a:gd name="connsiteY27" fmla="*/ 258426 h 4939827"/>
              <a:gd name="connsiteX28" fmla="*/ 8573548 w 12192000"/>
              <a:gd name="connsiteY28" fmla="*/ 258241 h 4939827"/>
              <a:gd name="connsiteX29" fmla="*/ 8581827 w 12192000"/>
              <a:gd name="connsiteY29" fmla="*/ 261028 h 4939827"/>
              <a:gd name="connsiteX30" fmla="*/ 8586687 w 12192000"/>
              <a:gd name="connsiteY30" fmla="*/ 264089 h 4939827"/>
              <a:gd name="connsiteX31" fmla="*/ 8601067 w 12192000"/>
              <a:gd name="connsiteY31" fmla="*/ 270114 h 4939827"/>
              <a:gd name="connsiteX32" fmla="*/ 8672650 w 12192000"/>
              <a:gd name="connsiteY32" fmla="*/ 254821 h 4939827"/>
              <a:gd name="connsiteX33" fmla="*/ 8785543 w 12192000"/>
              <a:gd name="connsiteY33" fmla="*/ 263406 h 4939827"/>
              <a:gd name="connsiteX34" fmla="*/ 8830588 w 12192000"/>
              <a:gd name="connsiteY34" fmla="*/ 265483 h 4939827"/>
              <a:gd name="connsiteX35" fmla="*/ 8905142 w 12192000"/>
              <a:gd name="connsiteY35" fmla="*/ 264958 h 4939827"/>
              <a:gd name="connsiteX36" fmla="*/ 8968582 w 12192000"/>
              <a:gd name="connsiteY36" fmla="*/ 262728 h 4939827"/>
              <a:gd name="connsiteX37" fmla="*/ 8972994 w 12192000"/>
              <a:gd name="connsiteY37" fmla="*/ 263284 h 4939827"/>
              <a:gd name="connsiteX38" fmla="*/ 9004605 w 12192000"/>
              <a:gd name="connsiteY38" fmla="*/ 258041 h 4939827"/>
              <a:gd name="connsiteX39" fmla="*/ 9016165 w 12192000"/>
              <a:gd name="connsiteY39" fmla="*/ 261258 h 4939827"/>
              <a:gd name="connsiteX40" fmla="*/ 9043297 w 12192000"/>
              <a:gd name="connsiteY40" fmla="*/ 281547 h 4939827"/>
              <a:gd name="connsiteX41" fmla="*/ 9048315 w 12192000"/>
              <a:gd name="connsiteY41" fmla="*/ 279264 h 4939827"/>
              <a:gd name="connsiteX42" fmla="*/ 9054706 w 12192000"/>
              <a:gd name="connsiteY42" fmla="*/ 278538 h 4939827"/>
              <a:gd name="connsiteX43" fmla="*/ 9070919 w 12192000"/>
              <a:gd name="connsiteY43" fmla="*/ 281810 h 4939827"/>
              <a:gd name="connsiteX44" fmla="*/ 9076813 w 12192000"/>
              <a:gd name="connsiteY44" fmla="*/ 283909 h 4939827"/>
              <a:gd name="connsiteX45" fmla="*/ 9085871 w 12192000"/>
              <a:gd name="connsiteY45" fmla="*/ 285133 h 4939827"/>
              <a:gd name="connsiteX46" fmla="*/ 9086159 w 12192000"/>
              <a:gd name="connsiteY46" fmla="*/ 284887 h 4939827"/>
              <a:gd name="connsiteX47" fmla="*/ 9134606 w 12192000"/>
              <a:gd name="connsiteY47" fmla="*/ 288168 h 4939827"/>
              <a:gd name="connsiteX48" fmla="*/ 9195590 w 12192000"/>
              <a:gd name="connsiteY48" fmla="*/ 279568 h 4939827"/>
              <a:gd name="connsiteX49" fmla="*/ 9219336 w 12192000"/>
              <a:gd name="connsiteY49" fmla="*/ 278133 h 4939827"/>
              <a:gd name="connsiteX50" fmla="*/ 9232362 w 12192000"/>
              <a:gd name="connsiteY50" fmla="*/ 275894 h 4939827"/>
              <a:gd name="connsiteX51" fmla="*/ 9233396 w 12192000"/>
              <a:gd name="connsiteY51" fmla="*/ 274803 h 4939827"/>
              <a:gd name="connsiteX52" fmla="*/ 9256213 w 12192000"/>
              <a:gd name="connsiteY52" fmla="*/ 281576 h 4939827"/>
              <a:gd name="connsiteX53" fmla="*/ 9371484 w 12192000"/>
              <a:gd name="connsiteY53" fmla="*/ 329634 h 4939827"/>
              <a:gd name="connsiteX54" fmla="*/ 9404829 w 12192000"/>
              <a:gd name="connsiteY54" fmla="*/ 339038 h 4939827"/>
              <a:gd name="connsiteX55" fmla="*/ 9427021 w 12192000"/>
              <a:gd name="connsiteY55" fmla="*/ 358784 h 4939827"/>
              <a:gd name="connsiteX56" fmla="*/ 9670844 w 12192000"/>
              <a:gd name="connsiteY56" fmla="*/ 405128 h 4939827"/>
              <a:gd name="connsiteX57" fmla="*/ 9816083 w 12192000"/>
              <a:gd name="connsiteY57" fmla="*/ 416573 h 4939827"/>
              <a:gd name="connsiteX58" fmla="*/ 9936741 w 12192000"/>
              <a:gd name="connsiteY58" fmla="*/ 437044 h 4939827"/>
              <a:gd name="connsiteX59" fmla="*/ 10050093 w 12192000"/>
              <a:gd name="connsiteY59" fmla="*/ 443783 h 4939827"/>
              <a:gd name="connsiteX60" fmla="*/ 10130090 w 12192000"/>
              <a:gd name="connsiteY60" fmla="*/ 459520 h 4939827"/>
              <a:gd name="connsiteX61" fmla="*/ 10173456 w 12192000"/>
              <a:gd name="connsiteY61" fmla="*/ 457749 h 4939827"/>
              <a:gd name="connsiteX62" fmla="*/ 10218232 w 12192000"/>
              <a:gd name="connsiteY62" fmla="*/ 459820 h 4939827"/>
              <a:gd name="connsiteX63" fmla="*/ 10354176 w 12192000"/>
              <a:gd name="connsiteY63" fmla="*/ 471377 h 4939827"/>
              <a:gd name="connsiteX64" fmla="*/ 10430681 w 12192000"/>
              <a:gd name="connsiteY64" fmla="*/ 481226 h 4939827"/>
              <a:gd name="connsiteX65" fmla="*/ 10478169 w 12192000"/>
              <a:gd name="connsiteY65" fmla="*/ 481774 h 4939827"/>
              <a:gd name="connsiteX66" fmla="*/ 10540907 w 12192000"/>
              <a:gd name="connsiteY66" fmla="*/ 485607 h 4939827"/>
              <a:gd name="connsiteX67" fmla="*/ 10614941 w 12192000"/>
              <a:gd name="connsiteY67" fmla="*/ 487592 h 4939827"/>
              <a:gd name="connsiteX68" fmla="*/ 10674098 w 12192000"/>
              <a:gd name="connsiteY68" fmla="*/ 521656 h 4939827"/>
              <a:gd name="connsiteX69" fmla="*/ 10874834 w 12192000"/>
              <a:gd name="connsiteY69" fmla="*/ 574867 h 4939827"/>
              <a:gd name="connsiteX70" fmla="*/ 10944981 w 12192000"/>
              <a:gd name="connsiteY70" fmla="*/ 615042 h 4939827"/>
              <a:gd name="connsiteX71" fmla="*/ 11006376 w 12192000"/>
              <a:gd name="connsiteY71" fmla="*/ 645957 h 4939827"/>
              <a:gd name="connsiteX72" fmla="*/ 11076308 w 12192000"/>
              <a:gd name="connsiteY72" fmla="*/ 675698 h 4939827"/>
              <a:gd name="connsiteX73" fmla="*/ 11148789 w 12192000"/>
              <a:gd name="connsiteY73" fmla="*/ 685041 h 4939827"/>
              <a:gd name="connsiteX74" fmla="*/ 11249129 w 12192000"/>
              <a:gd name="connsiteY74" fmla="*/ 684218 h 4939827"/>
              <a:gd name="connsiteX75" fmla="*/ 11299915 w 12192000"/>
              <a:gd name="connsiteY75" fmla="*/ 692177 h 4939827"/>
              <a:gd name="connsiteX76" fmla="*/ 11386973 w 12192000"/>
              <a:gd name="connsiteY76" fmla="*/ 708209 h 4939827"/>
              <a:gd name="connsiteX77" fmla="*/ 11500105 w 12192000"/>
              <a:gd name="connsiteY77" fmla="*/ 735014 h 4939827"/>
              <a:gd name="connsiteX78" fmla="*/ 11621735 w 12192000"/>
              <a:gd name="connsiteY78" fmla="*/ 789584 h 4939827"/>
              <a:gd name="connsiteX79" fmla="*/ 11691200 w 12192000"/>
              <a:gd name="connsiteY79" fmla="*/ 867902 h 4939827"/>
              <a:gd name="connsiteX80" fmla="*/ 11819427 w 12192000"/>
              <a:gd name="connsiteY80" fmla="*/ 911634 h 4939827"/>
              <a:gd name="connsiteX81" fmla="*/ 11969720 w 12192000"/>
              <a:gd name="connsiteY81" fmla="*/ 964737 h 4939827"/>
              <a:gd name="connsiteX82" fmla="*/ 12055766 w 12192000"/>
              <a:gd name="connsiteY82" fmla="*/ 991268 h 4939827"/>
              <a:gd name="connsiteX83" fmla="*/ 12171539 w 12192000"/>
              <a:gd name="connsiteY83" fmla="*/ 995427 h 4939827"/>
              <a:gd name="connsiteX84" fmla="*/ 12187831 w 12192000"/>
              <a:gd name="connsiteY84" fmla="*/ 996580 h 4939827"/>
              <a:gd name="connsiteX85" fmla="*/ 12192000 w 12192000"/>
              <a:gd name="connsiteY85" fmla="*/ 996726 h 4939827"/>
              <a:gd name="connsiteX86" fmla="*/ 12192000 w 12192000"/>
              <a:gd name="connsiteY86" fmla="*/ 4939827 h 4939827"/>
              <a:gd name="connsiteX87" fmla="*/ 0 w 12192000"/>
              <a:gd name="connsiteY87" fmla="*/ 4939827 h 4939827"/>
              <a:gd name="connsiteX88" fmla="*/ 0 w 12192000"/>
              <a:gd name="connsiteY88" fmla="*/ 512043 h 4939827"/>
              <a:gd name="connsiteX89" fmla="*/ 7381 w 12192000"/>
              <a:gd name="connsiteY89" fmla="*/ 512580 h 4939827"/>
              <a:gd name="connsiteX90" fmla="*/ 100029 w 12192000"/>
              <a:gd name="connsiteY90" fmla="*/ 504758 h 4939827"/>
              <a:gd name="connsiteX91" fmla="*/ 155244 w 12192000"/>
              <a:gd name="connsiteY91" fmla="*/ 525130 h 4939827"/>
              <a:gd name="connsiteX92" fmla="*/ 254366 w 12192000"/>
              <a:gd name="connsiteY92" fmla="*/ 534449 h 4939827"/>
              <a:gd name="connsiteX93" fmla="*/ 447292 w 12192000"/>
              <a:gd name="connsiteY93" fmla="*/ 542725 h 4939827"/>
              <a:gd name="connsiteX94" fmla="*/ 628105 w 12192000"/>
              <a:gd name="connsiteY94" fmla="*/ 547853 h 4939827"/>
              <a:gd name="connsiteX95" fmla="*/ 783146 w 12192000"/>
              <a:gd name="connsiteY95" fmla="*/ 591799 h 4939827"/>
              <a:gd name="connsiteX96" fmla="*/ 1043676 w 12192000"/>
              <a:gd name="connsiteY96" fmla="*/ 591887 h 4939827"/>
              <a:gd name="connsiteX97" fmla="*/ 1281816 w 12192000"/>
              <a:gd name="connsiteY97" fmla="*/ 520946 h 4939827"/>
              <a:gd name="connsiteX98" fmla="*/ 1486347 w 12192000"/>
              <a:gd name="connsiteY98" fmla="*/ 487310 h 4939827"/>
              <a:gd name="connsiteX99" fmla="*/ 1568079 w 12192000"/>
              <a:gd name="connsiteY99" fmla="*/ 462531 h 4939827"/>
              <a:gd name="connsiteX100" fmla="*/ 1622516 w 12192000"/>
              <a:gd name="connsiteY100" fmla="*/ 466058 h 4939827"/>
              <a:gd name="connsiteX101" fmla="*/ 1655457 w 12192000"/>
              <a:gd name="connsiteY101" fmla="*/ 465359 h 4939827"/>
              <a:gd name="connsiteX102" fmla="*/ 1717454 w 12192000"/>
              <a:gd name="connsiteY102" fmla="*/ 417203 h 4939827"/>
              <a:gd name="connsiteX103" fmla="*/ 1913794 w 12192000"/>
              <a:gd name="connsiteY103" fmla="*/ 365255 h 4939827"/>
              <a:gd name="connsiteX104" fmla="*/ 2129762 w 12192000"/>
              <a:gd name="connsiteY104" fmla="*/ 367832 h 4939827"/>
              <a:gd name="connsiteX105" fmla="*/ 2376970 w 12192000"/>
              <a:gd name="connsiteY105" fmla="*/ 350129 h 4939827"/>
              <a:gd name="connsiteX106" fmla="*/ 2480155 w 12192000"/>
              <a:gd name="connsiteY106" fmla="*/ 359227 h 4939827"/>
              <a:gd name="connsiteX107" fmla="*/ 2586782 w 12192000"/>
              <a:gd name="connsiteY107" fmla="*/ 339352 h 4939827"/>
              <a:gd name="connsiteX108" fmla="*/ 2679617 w 12192000"/>
              <a:gd name="connsiteY108" fmla="*/ 305383 h 4939827"/>
              <a:gd name="connsiteX109" fmla="*/ 2788947 w 12192000"/>
              <a:gd name="connsiteY109" fmla="*/ 250375 h 4939827"/>
              <a:gd name="connsiteX110" fmla="*/ 2965530 w 12192000"/>
              <a:gd name="connsiteY110" fmla="*/ 245958 h 4939827"/>
              <a:gd name="connsiteX111" fmla="*/ 3103677 w 12192000"/>
              <a:gd name="connsiteY111" fmla="*/ 209527 h 4939827"/>
              <a:gd name="connsiteX112" fmla="*/ 3126759 w 12192000"/>
              <a:gd name="connsiteY112" fmla="*/ 211226 h 4939827"/>
              <a:gd name="connsiteX113" fmla="*/ 3164020 w 12192000"/>
              <a:gd name="connsiteY113" fmla="*/ 212779 h 4939827"/>
              <a:gd name="connsiteX114" fmla="*/ 3285019 w 12192000"/>
              <a:gd name="connsiteY114" fmla="*/ 220535 h 4939827"/>
              <a:gd name="connsiteX115" fmla="*/ 3365154 w 12192000"/>
              <a:gd name="connsiteY115" fmla="*/ 226416 h 4939827"/>
              <a:gd name="connsiteX116" fmla="*/ 3367507 w 12192000"/>
              <a:gd name="connsiteY116" fmla="*/ 225416 h 4939827"/>
              <a:gd name="connsiteX117" fmla="*/ 3387567 w 12192000"/>
              <a:gd name="connsiteY117" fmla="*/ 227103 h 4939827"/>
              <a:gd name="connsiteX118" fmla="*/ 3498001 w 12192000"/>
              <a:gd name="connsiteY118" fmla="*/ 231941 h 4939827"/>
              <a:gd name="connsiteX119" fmla="*/ 3561557 w 12192000"/>
              <a:gd name="connsiteY119" fmla="*/ 228095 h 4939827"/>
              <a:gd name="connsiteX120" fmla="*/ 3611920 w 12192000"/>
              <a:gd name="connsiteY120" fmla="*/ 218094 h 4939827"/>
              <a:gd name="connsiteX121" fmla="*/ 3620528 w 12192000"/>
              <a:gd name="connsiteY121" fmla="*/ 218788 h 4939827"/>
              <a:gd name="connsiteX122" fmla="*/ 3620766 w 12192000"/>
              <a:gd name="connsiteY122" fmla="*/ 218511 h 4939827"/>
              <a:gd name="connsiteX123" fmla="*/ 3629977 w 12192000"/>
              <a:gd name="connsiteY123" fmla="*/ 218664 h 4939827"/>
              <a:gd name="connsiteX124" fmla="*/ 3636217 w 12192000"/>
              <a:gd name="connsiteY124" fmla="*/ 220048 h 4939827"/>
              <a:gd name="connsiteX125" fmla="*/ 3709484 w 12192000"/>
              <a:gd name="connsiteY125" fmla="*/ 186927 h 4939827"/>
              <a:gd name="connsiteX126" fmla="*/ 3761342 w 12192000"/>
              <a:gd name="connsiteY126" fmla="*/ 177474 h 4939827"/>
              <a:gd name="connsiteX127" fmla="*/ 3799748 w 12192000"/>
              <a:gd name="connsiteY127" fmla="*/ 167154 h 4939827"/>
              <a:gd name="connsiteX128" fmla="*/ 3922756 w 12192000"/>
              <a:gd name="connsiteY128" fmla="*/ 194044 h 4939827"/>
              <a:gd name="connsiteX129" fmla="*/ 4028476 w 12192000"/>
              <a:gd name="connsiteY129" fmla="*/ 223679 h 4939827"/>
              <a:gd name="connsiteX130" fmla="*/ 4191582 w 12192000"/>
              <a:gd name="connsiteY130" fmla="*/ 238952 h 4939827"/>
              <a:gd name="connsiteX131" fmla="*/ 4251024 w 12192000"/>
              <a:gd name="connsiteY131" fmla="*/ 240874 h 4939827"/>
              <a:gd name="connsiteX132" fmla="*/ 4355275 w 12192000"/>
              <a:gd name="connsiteY132" fmla="*/ 260205 h 4939827"/>
              <a:gd name="connsiteX133" fmla="*/ 4423807 w 12192000"/>
              <a:gd name="connsiteY133" fmla="*/ 270366 h 4939827"/>
              <a:gd name="connsiteX134" fmla="*/ 4558432 w 12192000"/>
              <a:gd name="connsiteY134" fmla="*/ 269194 h 4939827"/>
              <a:gd name="connsiteX135" fmla="*/ 4635061 w 12192000"/>
              <a:gd name="connsiteY135" fmla="*/ 280682 h 4939827"/>
              <a:gd name="connsiteX136" fmla="*/ 4807427 w 12192000"/>
              <a:gd name="connsiteY136" fmla="*/ 276835 h 4939827"/>
              <a:gd name="connsiteX137" fmla="*/ 5028933 w 12192000"/>
              <a:gd name="connsiteY137" fmla="*/ 183887 h 4939827"/>
              <a:gd name="connsiteX138" fmla="*/ 5093642 w 12192000"/>
              <a:gd name="connsiteY138" fmla="*/ 177214 h 4939827"/>
              <a:gd name="connsiteX139" fmla="*/ 5102642 w 12192000"/>
              <a:gd name="connsiteY139" fmla="*/ 186816 h 4939827"/>
              <a:gd name="connsiteX140" fmla="*/ 5193590 w 12192000"/>
              <a:gd name="connsiteY140" fmla="*/ 156458 h 4939827"/>
              <a:gd name="connsiteX141" fmla="*/ 5323922 w 12192000"/>
              <a:gd name="connsiteY141" fmla="*/ 146332 h 4939827"/>
              <a:gd name="connsiteX142" fmla="*/ 5421860 w 12192000"/>
              <a:gd name="connsiteY142" fmla="*/ 167298 h 4939827"/>
              <a:gd name="connsiteX143" fmla="*/ 5476948 w 12192000"/>
              <a:gd name="connsiteY143" fmla="*/ 173249 h 4939827"/>
              <a:gd name="connsiteX144" fmla="*/ 5516842 w 12192000"/>
              <a:gd name="connsiteY144" fmla="*/ 184018 h 4939827"/>
              <a:gd name="connsiteX145" fmla="*/ 5619415 w 12192000"/>
              <a:gd name="connsiteY145" fmla="*/ 176781 h 4939827"/>
              <a:gd name="connsiteX146" fmla="*/ 5789867 w 12192000"/>
              <a:gd name="connsiteY146" fmla="*/ 150304 h 4939827"/>
              <a:gd name="connsiteX147" fmla="*/ 5825953 w 12192000"/>
              <a:gd name="connsiteY147" fmla="*/ 147907 h 4939827"/>
              <a:gd name="connsiteX148" fmla="*/ 5856168 w 12192000"/>
              <a:gd name="connsiteY148" fmla="*/ 158719 h 4939827"/>
              <a:gd name="connsiteX149" fmla="*/ 5862476 w 12192000"/>
              <a:gd name="connsiteY149" fmla="*/ 172447 h 4939827"/>
              <a:gd name="connsiteX150" fmla="*/ 5882195 w 12192000"/>
              <a:gd name="connsiteY150" fmla="*/ 173195 h 4939827"/>
              <a:gd name="connsiteX151" fmla="*/ 5887271 w 12192000"/>
              <a:gd name="connsiteY151" fmla="*/ 176084 h 4939827"/>
              <a:gd name="connsiteX152" fmla="*/ 6001964 w 12192000"/>
              <a:gd name="connsiteY152" fmla="*/ 154786 h 4939827"/>
              <a:gd name="connsiteX153" fmla="*/ 6184207 w 12192000"/>
              <a:gd name="connsiteY153" fmla="*/ 132658 h 4939827"/>
              <a:gd name="connsiteX154" fmla="*/ 6415830 w 12192000"/>
              <a:gd name="connsiteY154" fmla="*/ 136006 h 4939827"/>
              <a:gd name="connsiteX155" fmla="*/ 6756965 w 12192000"/>
              <a:gd name="connsiteY155" fmla="*/ 57636 h 4939827"/>
              <a:gd name="connsiteX156" fmla="*/ 6819400 w 12192000"/>
              <a:gd name="connsiteY156" fmla="*/ 30742 h 4939827"/>
              <a:gd name="connsiteX157" fmla="*/ 6986370 w 12192000"/>
              <a:gd name="connsiteY157" fmla="*/ 12659 h 4939827"/>
              <a:gd name="connsiteX158" fmla="*/ 6989536 w 12192000"/>
              <a:gd name="connsiteY158" fmla="*/ 14528 h 4939827"/>
              <a:gd name="connsiteX159" fmla="*/ 7015933 w 12192000"/>
              <a:gd name="connsiteY159" fmla="*/ 9653 h 4939827"/>
              <a:gd name="connsiteX160" fmla="*/ 7020592 w 12192000"/>
              <a:gd name="connsiteY160" fmla="*/ 1651 h 4939827"/>
              <a:gd name="connsiteX161" fmla="*/ 7025905 w 12192000"/>
              <a:gd name="connsiteY161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732750 w 12192000"/>
              <a:gd name="connsiteY13" fmla="*/ 145456 h 4939827"/>
              <a:gd name="connsiteX14" fmla="*/ 7785900 w 12192000"/>
              <a:gd name="connsiteY14" fmla="*/ 154493 h 4939827"/>
              <a:gd name="connsiteX15" fmla="*/ 7952584 w 12192000"/>
              <a:gd name="connsiteY15" fmla="*/ 170181 h 4939827"/>
              <a:gd name="connsiteX16" fmla="*/ 8009534 w 12192000"/>
              <a:gd name="connsiteY16" fmla="*/ 176441 h 4939827"/>
              <a:gd name="connsiteX17" fmla="*/ 8058681 w 12192000"/>
              <a:gd name="connsiteY17" fmla="*/ 219431 h 4939827"/>
              <a:gd name="connsiteX18" fmla="*/ 8126175 w 12192000"/>
              <a:gd name="connsiteY18" fmla="*/ 240005 h 4939827"/>
              <a:gd name="connsiteX19" fmla="*/ 8166439 w 12192000"/>
              <a:gd name="connsiteY19" fmla="*/ 252699 h 4939827"/>
              <a:gd name="connsiteX20" fmla="*/ 8281371 w 12192000"/>
              <a:gd name="connsiteY20" fmla="*/ 256875 h 4939827"/>
              <a:gd name="connsiteX21" fmla="*/ 8381609 w 12192000"/>
              <a:gd name="connsiteY21" fmla="*/ 240618 h 4939827"/>
              <a:gd name="connsiteX22" fmla="*/ 8406759 w 12192000"/>
              <a:gd name="connsiteY22" fmla="*/ 232517 h 4939827"/>
              <a:gd name="connsiteX23" fmla="*/ 8426506 w 12192000"/>
              <a:gd name="connsiteY23" fmla="*/ 241842 h 4939827"/>
              <a:gd name="connsiteX24" fmla="*/ 8427949 w 12192000"/>
              <a:gd name="connsiteY24" fmla="*/ 240981 h 4939827"/>
              <a:gd name="connsiteX25" fmla="*/ 8441468 w 12192000"/>
              <a:gd name="connsiteY25" fmla="*/ 241157 h 4939827"/>
              <a:gd name="connsiteX26" fmla="*/ 8565757 w 12192000"/>
              <a:gd name="connsiteY26" fmla="*/ 255317 h 4939827"/>
              <a:gd name="connsiteX27" fmla="*/ 8573171 w 12192000"/>
              <a:gd name="connsiteY27" fmla="*/ 258426 h 4939827"/>
              <a:gd name="connsiteX28" fmla="*/ 8573548 w 12192000"/>
              <a:gd name="connsiteY28" fmla="*/ 258241 h 4939827"/>
              <a:gd name="connsiteX29" fmla="*/ 8581827 w 12192000"/>
              <a:gd name="connsiteY29" fmla="*/ 261028 h 4939827"/>
              <a:gd name="connsiteX30" fmla="*/ 8586687 w 12192000"/>
              <a:gd name="connsiteY30" fmla="*/ 264089 h 4939827"/>
              <a:gd name="connsiteX31" fmla="*/ 8601067 w 12192000"/>
              <a:gd name="connsiteY31" fmla="*/ 270114 h 4939827"/>
              <a:gd name="connsiteX32" fmla="*/ 8672650 w 12192000"/>
              <a:gd name="connsiteY32" fmla="*/ 254821 h 4939827"/>
              <a:gd name="connsiteX33" fmla="*/ 8785543 w 12192000"/>
              <a:gd name="connsiteY33" fmla="*/ 263406 h 4939827"/>
              <a:gd name="connsiteX34" fmla="*/ 8830588 w 12192000"/>
              <a:gd name="connsiteY34" fmla="*/ 265483 h 4939827"/>
              <a:gd name="connsiteX35" fmla="*/ 8905142 w 12192000"/>
              <a:gd name="connsiteY35" fmla="*/ 264958 h 4939827"/>
              <a:gd name="connsiteX36" fmla="*/ 8968582 w 12192000"/>
              <a:gd name="connsiteY36" fmla="*/ 262728 h 4939827"/>
              <a:gd name="connsiteX37" fmla="*/ 8972994 w 12192000"/>
              <a:gd name="connsiteY37" fmla="*/ 263284 h 4939827"/>
              <a:gd name="connsiteX38" fmla="*/ 9004605 w 12192000"/>
              <a:gd name="connsiteY38" fmla="*/ 258041 h 4939827"/>
              <a:gd name="connsiteX39" fmla="*/ 9016165 w 12192000"/>
              <a:gd name="connsiteY39" fmla="*/ 261258 h 4939827"/>
              <a:gd name="connsiteX40" fmla="*/ 9043297 w 12192000"/>
              <a:gd name="connsiteY40" fmla="*/ 281547 h 4939827"/>
              <a:gd name="connsiteX41" fmla="*/ 9048315 w 12192000"/>
              <a:gd name="connsiteY41" fmla="*/ 279264 h 4939827"/>
              <a:gd name="connsiteX42" fmla="*/ 9054706 w 12192000"/>
              <a:gd name="connsiteY42" fmla="*/ 278538 h 4939827"/>
              <a:gd name="connsiteX43" fmla="*/ 9070919 w 12192000"/>
              <a:gd name="connsiteY43" fmla="*/ 281810 h 4939827"/>
              <a:gd name="connsiteX44" fmla="*/ 9076813 w 12192000"/>
              <a:gd name="connsiteY44" fmla="*/ 283909 h 4939827"/>
              <a:gd name="connsiteX45" fmla="*/ 9085871 w 12192000"/>
              <a:gd name="connsiteY45" fmla="*/ 285133 h 4939827"/>
              <a:gd name="connsiteX46" fmla="*/ 9086159 w 12192000"/>
              <a:gd name="connsiteY46" fmla="*/ 284887 h 4939827"/>
              <a:gd name="connsiteX47" fmla="*/ 9134606 w 12192000"/>
              <a:gd name="connsiteY47" fmla="*/ 288168 h 4939827"/>
              <a:gd name="connsiteX48" fmla="*/ 9195590 w 12192000"/>
              <a:gd name="connsiteY48" fmla="*/ 279568 h 4939827"/>
              <a:gd name="connsiteX49" fmla="*/ 9219336 w 12192000"/>
              <a:gd name="connsiteY49" fmla="*/ 278133 h 4939827"/>
              <a:gd name="connsiteX50" fmla="*/ 9232362 w 12192000"/>
              <a:gd name="connsiteY50" fmla="*/ 275894 h 4939827"/>
              <a:gd name="connsiteX51" fmla="*/ 9233396 w 12192000"/>
              <a:gd name="connsiteY51" fmla="*/ 274803 h 4939827"/>
              <a:gd name="connsiteX52" fmla="*/ 9256213 w 12192000"/>
              <a:gd name="connsiteY52" fmla="*/ 281576 h 4939827"/>
              <a:gd name="connsiteX53" fmla="*/ 9371484 w 12192000"/>
              <a:gd name="connsiteY53" fmla="*/ 329634 h 4939827"/>
              <a:gd name="connsiteX54" fmla="*/ 9404829 w 12192000"/>
              <a:gd name="connsiteY54" fmla="*/ 339038 h 4939827"/>
              <a:gd name="connsiteX55" fmla="*/ 9427021 w 12192000"/>
              <a:gd name="connsiteY55" fmla="*/ 358784 h 4939827"/>
              <a:gd name="connsiteX56" fmla="*/ 9670844 w 12192000"/>
              <a:gd name="connsiteY56" fmla="*/ 405128 h 4939827"/>
              <a:gd name="connsiteX57" fmla="*/ 9816083 w 12192000"/>
              <a:gd name="connsiteY57" fmla="*/ 416573 h 4939827"/>
              <a:gd name="connsiteX58" fmla="*/ 9936741 w 12192000"/>
              <a:gd name="connsiteY58" fmla="*/ 437044 h 4939827"/>
              <a:gd name="connsiteX59" fmla="*/ 10050093 w 12192000"/>
              <a:gd name="connsiteY59" fmla="*/ 443783 h 4939827"/>
              <a:gd name="connsiteX60" fmla="*/ 10130090 w 12192000"/>
              <a:gd name="connsiteY60" fmla="*/ 459520 h 4939827"/>
              <a:gd name="connsiteX61" fmla="*/ 10173456 w 12192000"/>
              <a:gd name="connsiteY61" fmla="*/ 457749 h 4939827"/>
              <a:gd name="connsiteX62" fmla="*/ 10218232 w 12192000"/>
              <a:gd name="connsiteY62" fmla="*/ 459820 h 4939827"/>
              <a:gd name="connsiteX63" fmla="*/ 10354176 w 12192000"/>
              <a:gd name="connsiteY63" fmla="*/ 471377 h 4939827"/>
              <a:gd name="connsiteX64" fmla="*/ 10430681 w 12192000"/>
              <a:gd name="connsiteY64" fmla="*/ 481226 h 4939827"/>
              <a:gd name="connsiteX65" fmla="*/ 10478169 w 12192000"/>
              <a:gd name="connsiteY65" fmla="*/ 481774 h 4939827"/>
              <a:gd name="connsiteX66" fmla="*/ 10540907 w 12192000"/>
              <a:gd name="connsiteY66" fmla="*/ 485607 h 4939827"/>
              <a:gd name="connsiteX67" fmla="*/ 10614941 w 12192000"/>
              <a:gd name="connsiteY67" fmla="*/ 487592 h 4939827"/>
              <a:gd name="connsiteX68" fmla="*/ 10674098 w 12192000"/>
              <a:gd name="connsiteY68" fmla="*/ 521656 h 4939827"/>
              <a:gd name="connsiteX69" fmla="*/ 10874834 w 12192000"/>
              <a:gd name="connsiteY69" fmla="*/ 574867 h 4939827"/>
              <a:gd name="connsiteX70" fmla="*/ 10944981 w 12192000"/>
              <a:gd name="connsiteY70" fmla="*/ 615042 h 4939827"/>
              <a:gd name="connsiteX71" fmla="*/ 11006376 w 12192000"/>
              <a:gd name="connsiteY71" fmla="*/ 645957 h 4939827"/>
              <a:gd name="connsiteX72" fmla="*/ 11076308 w 12192000"/>
              <a:gd name="connsiteY72" fmla="*/ 675698 h 4939827"/>
              <a:gd name="connsiteX73" fmla="*/ 11148789 w 12192000"/>
              <a:gd name="connsiteY73" fmla="*/ 685041 h 4939827"/>
              <a:gd name="connsiteX74" fmla="*/ 11249129 w 12192000"/>
              <a:gd name="connsiteY74" fmla="*/ 684218 h 4939827"/>
              <a:gd name="connsiteX75" fmla="*/ 11299915 w 12192000"/>
              <a:gd name="connsiteY75" fmla="*/ 692177 h 4939827"/>
              <a:gd name="connsiteX76" fmla="*/ 11386973 w 12192000"/>
              <a:gd name="connsiteY76" fmla="*/ 708209 h 4939827"/>
              <a:gd name="connsiteX77" fmla="*/ 11500105 w 12192000"/>
              <a:gd name="connsiteY77" fmla="*/ 735014 h 4939827"/>
              <a:gd name="connsiteX78" fmla="*/ 11621735 w 12192000"/>
              <a:gd name="connsiteY78" fmla="*/ 789584 h 4939827"/>
              <a:gd name="connsiteX79" fmla="*/ 11691200 w 12192000"/>
              <a:gd name="connsiteY79" fmla="*/ 867902 h 4939827"/>
              <a:gd name="connsiteX80" fmla="*/ 11819427 w 12192000"/>
              <a:gd name="connsiteY80" fmla="*/ 911634 h 4939827"/>
              <a:gd name="connsiteX81" fmla="*/ 11969720 w 12192000"/>
              <a:gd name="connsiteY81" fmla="*/ 964737 h 4939827"/>
              <a:gd name="connsiteX82" fmla="*/ 12055766 w 12192000"/>
              <a:gd name="connsiteY82" fmla="*/ 991268 h 4939827"/>
              <a:gd name="connsiteX83" fmla="*/ 12171539 w 12192000"/>
              <a:gd name="connsiteY83" fmla="*/ 995427 h 4939827"/>
              <a:gd name="connsiteX84" fmla="*/ 12187831 w 12192000"/>
              <a:gd name="connsiteY84" fmla="*/ 996580 h 4939827"/>
              <a:gd name="connsiteX85" fmla="*/ 12192000 w 12192000"/>
              <a:gd name="connsiteY85" fmla="*/ 996726 h 4939827"/>
              <a:gd name="connsiteX86" fmla="*/ 12192000 w 12192000"/>
              <a:gd name="connsiteY86" fmla="*/ 4939827 h 4939827"/>
              <a:gd name="connsiteX87" fmla="*/ 0 w 12192000"/>
              <a:gd name="connsiteY87" fmla="*/ 4939827 h 4939827"/>
              <a:gd name="connsiteX88" fmla="*/ 0 w 12192000"/>
              <a:gd name="connsiteY88" fmla="*/ 512043 h 4939827"/>
              <a:gd name="connsiteX89" fmla="*/ 7381 w 12192000"/>
              <a:gd name="connsiteY89" fmla="*/ 512580 h 4939827"/>
              <a:gd name="connsiteX90" fmla="*/ 100029 w 12192000"/>
              <a:gd name="connsiteY90" fmla="*/ 504758 h 4939827"/>
              <a:gd name="connsiteX91" fmla="*/ 155244 w 12192000"/>
              <a:gd name="connsiteY91" fmla="*/ 525130 h 4939827"/>
              <a:gd name="connsiteX92" fmla="*/ 254366 w 12192000"/>
              <a:gd name="connsiteY92" fmla="*/ 534449 h 4939827"/>
              <a:gd name="connsiteX93" fmla="*/ 447292 w 12192000"/>
              <a:gd name="connsiteY93" fmla="*/ 542725 h 4939827"/>
              <a:gd name="connsiteX94" fmla="*/ 628105 w 12192000"/>
              <a:gd name="connsiteY94" fmla="*/ 547853 h 4939827"/>
              <a:gd name="connsiteX95" fmla="*/ 783146 w 12192000"/>
              <a:gd name="connsiteY95" fmla="*/ 591799 h 4939827"/>
              <a:gd name="connsiteX96" fmla="*/ 1043676 w 12192000"/>
              <a:gd name="connsiteY96" fmla="*/ 591887 h 4939827"/>
              <a:gd name="connsiteX97" fmla="*/ 1281816 w 12192000"/>
              <a:gd name="connsiteY97" fmla="*/ 520946 h 4939827"/>
              <a:gd name="connsiteX98" fmla="*/ 1486347 w 12192000"/>
              <a:gd name="connsiteY98" fmla="*/ 487310 h 4939827"/>
              <a:gd name="connsiteX99" fmla="*/ 1568079 w 12192000"/>
              <a:gd name="connsiteY99" fmla="*/ 462531 h 4939827"/>
              <a:gd name="connsiteX100" fmla="*/ 1622516 w 12192000"/>
              <a:gd name="connsiteY100" fmla="*/ 466058 h 4939827"/>
              <a:gd name="connsiteX101" fmla="*/ 1655457 w 12192000"/>
              <a:gd name="connsiteY101" fmla="*/ 465359 h 4939827"/>
              <a:gd name="connsiteX102" fmla="*/ 1717454 w 12192000"/>
              <a:gd name="connsiteY102" fmla="*/ 417203 h 4939827"/>
              <a:gd name="connsiteX103" fmla="*/ 1913794 w 12192000"/>
              <a:gd name="connsiteY103" fmla="*/ 365255 h 4939827"/>
              <a:gd name="connsiteX104" fmla="*/ 2129762 w 12192000"/>
              <a:gd name="connsiteY104" fmla="*/ 367832 h 4939827"/>
              <a:gd name="connsiteX105" fmla="*/ 2376970 w 12192000"/>
              <a:gd name="connsiteY105" fmla="*/ 350129 h 4939827"/>
              <a:gd name="connsiteX106" fmla="*/ 2480155 w 12192000"/>
              <a:gd name="connsiteY106" fmla="*/ 359227 h 4939827"/>
              <a:gd name="connsiteX107" fmla="*/ 2586782 w 12192000"/>
              <a:gd name="connsiteY107" fmla="*/ 339352 h 4939827"/>
              <a:gd name="connsiteX108" fmla="*/ 2679617 w 12192000"/>
              <a:gd name="connsiteY108" fmla="*/ 305383 h 4939827"/>
              <a:gd name="connsiteX109" fmla="*/ 2788947 w 12192000"/>
              <a:gd name="connsiteY109" fmla="*/ 250375 h 4939827"/>
              <a:gd name="connsiteX110" fmla="*/ 2965530 w 12192000"/>
              <a:gd name="connsiteY110" fmla="*/ 245958 h 4939827"/>
              <a:gd name="connsiteX111" fmla="*/ 3103677 w 12192000"/>
              <a:gd name="connsiteY111" fmla="*/ 209527 h 4939827"/>
              <a:gd name="connsiteX112" fmla="*/ 3126759 w 12192000"/>
              <a:gd name="connsiteY112" fmla="*/ 211226 h 4939827"/>
              <a:gd name="connsiteX113" fmla="*/ 3164020 w 12192000"/>
              <a:gd name="connsiteY113" fmla="*/ 212779 h 4939827"/>
              <a:gd name="connsiteX114" fmla="*/ 3285019 w 12192000"/>
              <a:gd name="connsiteY114" fmla="*/ 220535 h 4939827"/>
              <a:gd name="connsiteX115" fmla="*/ 3365154 w 12192000"/>
              <a:gd name="connsiteY115" fmla="*/ 226416 h 4939827"/>
              <a:gd name="connsiteX116" fmla="*/ 3367507 w 12192000"/>
              <a:gd name="connsiteY116" fmla="*/ 225416 h 4939827"/>
              <a:gd name="connsiteX117" fmla="*/ 3387567 w 12192000"/>
              <a:gd name="connsiteY117" fmla="*/ 227103 h 4939827"/>
              <a:gd name="connsiteX118" fmla="*/ 3498001 w 12192000"/>
              <a:gd name="connsiteY118" fmla="*/ 231941 h 4939827"/>
              <a:gd name="connsiteX119" fmla="*/ 3561557 w 12192000"/>
              <a:gd name="connsiteY119" fmla="*/ 228095 h 4939827"/>
              <a:gd name="connsiteX120" fmla="*/ 3611920 w 12192000"/>
              <a:gd name="connsiteY120" fmla="*/ 218094 h 4939827"/>
              <a:gd name="connsiteX121" fmla="*/ 3620528 w 12192000"/>
              <a:gd name="connsiteY121" fmla="*/ 218788 h 4939827"/>
              <a:gd name="connsiteX122" fmla="*/ 3620766 w 12192000"/>
              <a:gd name="connsiteY122" fmla="*/ 218511 h 4939827"/>
              <a:gd name="connsiteX123" fmla="*/ 3629977 w 12192000"/>
              <a:gd name="connsiteY123" fmla="*/ 218664 h 4939827"/>
              <a:gd name="connsiteX124" fmla="*/ 3636217 w 12192000"/>
              <a:gd name="connsiteY124" fmla="*/ 220048 h 4939827"/>
              <a:gd name="connsiteX125" fmla="*/ 3709484 w 12192000"/>
              <a:gd name="connsiteY125" fmla="*/ 186927 h 4939827"/>
              <a:gd name="connsiteX126" fmla="*/ 3761342 w 12192000"/>
              <a:gd name="connsiteY126" fmla="*/ 177474 h 4939827"/>
              <a:gd name="connsiteX127" fmla="*/ 3799748 w 12192000"/>
              <a:gd name="connsiteY127" fmla="*/ 167154 h 4939827"/>
              <a:gd name="connsiteX128" fmla="*/ 3922756 w 12192000"/>
              <a:gd name="connsiteY128" fmla="*/ 194044 h 4939827"/>
              <a:gd name="connsiteX129" fmla="*/ 4028476 w 12192000"/>
              <a:gd name="connsiteY129" fmla="*/ 223679 h 4939827"/>
              <a:gd name="connsiteX130" fmla="*/ 4191582 w 12192000"/>
              <a:gd name="connsiteY130" fmla="*/ 238952 h 4939827"/>
              <a:gd name="connsiteX131" fmla="*/ 4251024 w 12192000"/>
              <a:gd name="connsiteY131" fmla="*/ 240874 h 4939827"/>
              <a:gd name="connsiteX132" fmla="*/ 4355275 w 12192000"/>
              <a:gd name="connsiteY132" fmla="*/ 260205 h 4939827"/>
              <a:gd name="connsiteX133" fmla="*/ 4423807 w 12192000"/>
              <a:gd name="connsiteY133" fmla="*/ 270366 h 4939827"/>
              <a:gd name="connsiteX134" fmla="*/ 4558432 w 12192000"/>
              <a:gd name="connsiteY134" fmla="*/ 269194 h 4939827"/>
              <a:gd name="connsiteX135" fmla="*/ 4635061 w 12192000"/>
              <a:gd name="connsiteY135" fmla="*/ 280682 h 4939827"/>
              <a:gd name="connsiteX136" fmla="*/ 4807427 w 12192000"/>
              <a:gd name="connsiteY136" fmla="*/ 276835 h 4939827"/>
              <a:gd name="connsiteX137" fmla="*/ 5028933 w 12192000"/>
              <a:gd name="connsiteY137" fmla="*/ 183887 h 4939827"/>
              <a:gd name="connsiteX138" fmla="*/ 5093642 w 12192000"/>
              <a:gd name="connsiteY138" fmla="*/ 177214 h 4939827"/>
              <a:gd name="connsiteX139" fmla="*/ 5102642 w 12192000"/>
              <a:gd name="connsiteY139" fmla="*/ 186816 h 4939827"/>
              <a:gd name="connsiteX140" fmla="*/ 5193590 w 12192000"/>
              <a:gd name="connsiteY140" fmla="*/ 156458 h 4939827"/>
              <a:gd name="connsiteX141" fmla="*/ 5323922 w 12192000"/>
              <a:gd name="connsiteY141" fmla="*/ 146332 h 4939827"/>
              <a:gd name="connsiteX142" fmla="*/ 5421860 w 12192000"/>
              <a:gd name="connsiteY142" fmla="*/ 167298 h 4939827"/>
              <a:gd name="connsiteX143" fmla="*/ 5476948 w 12192000"/>
              <a:gd name="connsiteY143" fmla="*/ 173249 h 4939827"/>
              <a:gd name="connsiteX144" fmla="*/ 5516842 w 12192000"/>
              <a:gd name="connsiteY144" fmla="*/ 184018 h 4939827"/>
              <a:gd name="connsiteX145" fmla="*/ 5619415 w 12192000"/>
              <a:gd name="connsiteY145" fmla="*/ 176781 h 4939827"/>
              <a:gd name="connsiteX146" fmla="*/ 5789867 w 12192000"/>
              <a:gd name="connsiteY146" fmla="*/ 150304 h 4939827"/>
              <a:gd name="connsiteX147" fmla="*/ 5825953 w 12192000"/>
              <a:gd name="connsiteY147" fmla="*/ 147907 h 4939827"/>
              <a:gd name="connsiteX148" fmla="*/ 5856168 w 12192000"/>
              <a:gd name="connsiteY148" fmla="*/ 158719 h 4939827"/>
              <a:gd name="connsiteX149" fmla="*/ 5862476 w 12192000"/>
              <a:gd name="connsiteY149" fmla="*/ 172447 h 4939827"/>
              <a:gd name="connsiteX150" fmla="*/ 5882195 w 12192000"/>
              <a:gd name="connsiteY150" fmla="*/ 173195 h 4939827"/>
              <a:gd name="connsiteX151" fmla="*/ 5952585 w 12192000"/>
              <a:gd name="connsiteY151" fmla="*/ 161012 h 4939827"/>
              <a:gd name="connsiteX152" fmla="*/ 6001964 w 12192000"/>
              <a:gd name="connsiteY152" fmla="*/ 154786 h 4939827"/>
              <a:gd name="connsiteX153" fmla="*/ 6184207 w 12192000"/>
              <a:gd name="connsiteY153" fmla="*/ 132658 h 4939827"/>
              <a:gd name="connsiteX154" fmla="*/ 6415830 w 12192000"/>
              <a:gd name="connsiteY154" fmla="*/ 136006 h 4939827"/>
              <a:gd name="connsiteX155" fmla="*/ 6756965 w 12192000"/>
              <a:gd name="connsiteY155" fmla="*/ 57636 h 4939827"/>
              <a:gd name="connsiteX156" fmla="*/ 6819400 w 12192000"/>
              <a:gd name="connsiteY156" fmla="*/ 30742 h 4939827"/>
              <a:gd name="connsiteX157" fmla="*/ 6986370 w 12192000"/>
              <a:gd name="connsiteY157" fmla="*/ 12659 h 4939827"/>
              <a:gd name="connsiteX158" fmla="*/ 6989536 w 12192000"/>
              <a:gd name="connsiteY158" fmla="*/ 14528 h 4939827"/>
              <a:gd name="connsiteX159" fmla="*/ 7015933 w 12192000"/>
              <a:gd name="connsiteY159" fmla="*/ 9653 h 4939827"/>
              <a:gd name="connsiteX160" fmla="*/ 7020592 w 12192000"/>
              <a:gd name="connsiteY160" fmla="*/ 1651 h 4939827"/>
              <a:gd name="connsiteX161" fmla="*/ 7025905 w 12192000"/>
              <a:gd name="connsiteY161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732750 w 12192000"/>
              <a:gd name="connsiteY13" fmla="*/ 145456 h 4939827"/>
              <a:gd name="connsiteX14" fmla="*/ 7785900 w 12192000"/>
              <a:gd name="connsiteY14" fmla="*/ 154493 h 4939827"/>
              <a:gd name="connsiteX15" fmla="*/ 7952584 w 12192000"/>
              <a:gd name="connsiteY15" fmla="*/ 170181 h 4939827"/>
              <a:gd name="connsiteX16" fmla="*/ 8009534 w 12192000"/>
              <a:gd name="connsiteY16" fmla="*/ 176441 h 4939827"/>
              <a:gd name="connsiteX17" fmla="*/ 8058681 w 12192000"/>
              <a:gd name="connsiteY17" fmla="*/ 219431 h 4939827"/>
              <a:gd name="connsiteX18" fmla="*/ 8126175 w 12192000"/>
              <a:gd name="connsiteY18" fmla="*/ 240005 h 4939827"/>
              <a:gd name="connsiteX19" fmla="*/ 8166439 w 12192000"/>
              <a:gd name="connsiteY19" fmla="*/ 252699 h 4939827"/>
              <a:gd name="connsiteX20" fmla="*/ 8281371 w 12192000"/>
              <a:gd name="connsiteY20" fmla="*/ 256875 h 4939827"/>
              <a:gd name="connsiteX21" fmla="*/ 8381609 w 12192000"/>
              <a:gd name="connsiteY21" fmla="*/ 240618 h 4939827"/>
              <a:gd name="connsiteX22" fmla="*/ 8406759 w 12192000"/>
              <a:gd name="connsiteY22" fmla="*/ 232517 h 4939827"/>
              <a:gd name="connsiteX23" fmla="*/ 8426506 w 12192000"/>
              <a:gd name="connsiteY23" fmla="*/ 241842 h 4939827"/>
              <a:gd name="connsiteX24" fmla="*/ 8427949 w 12192000"/>
              <a:gd name="connsiteY24" fmla="*/ 240981 h 4939827"/>
              <a:gd name="connsiteX25" fmla="*/ 8441468 w 12192000"/>
              <a:gd name="connsiteY25" fmla="*/ 241157 h 4939827"/>
              <a:gd name="connsiteX26" fmla="*/ 8565757 w 12192000"/>
              <a:gd name="connsiteY26" fmla="*/ 255317 h 4939827"/>
              <a:gd name="connsiteX27" fmla="*/ 8573171 w 12192000"/>
              <a:gd name="connsiteY27" fmla="*/ 258426 h 4939827"/>
              <a:gd name="connsiteX28" fmla="*/ 8573548 w 12192000"/>
              <a:gd name="connsiteY28" fmla="*/ 258241 h 4939827"/>
              <a:gd name="connsiteX29" fmla="*/ 8581827 w 12192000"/>
              <a:gd name="connsiteY29" fmla="*/ 261028 h 4939827"/>
              <a:gd name="connsiteX30" fmla="*/ 8586687 w 12192000"/>
              <a:gd name="connsiteY30" fmla="*/ 264089 h 4939827"/>
              <a:gd name="connsiteX31" fmla="*/ 8601067 w 12192000"/>
              <a:gd name="connsiteY31" fmla="*/ 270114 h 4939827"/>
              <a:gd name="connsiteX32" fmla="*/ 8672650 w 12192000"/>
              <a:gd name="connsiteY32" fmla="*/ 254821 h 4939827"/>
              <a:gd name="connsiteX33" fmla="*/ 8785543 w 12192000"/>
              <a:gd name="connsiteY33" fmla="*/ 263406 h 4939827"/>
              <a:gd name="connsiteX34" fmla="*/ 8830588 w 12192000"/>
              <a:gd name="connsiteY34" fmla="*/ 265483 h 4939827"/>
              <a:gd name="connsiteX35" fmla="*/ 8905142 w 12192000"/>
              <a:gd name="connsiteY35" fmla="*/ 264958 h 4939827"/>
              <a:gd name="connsiteX36" fmla="*/ 8968582 w 12192000"/>
              <a:gd name="connsiteY36" fmla="*/ 262728 h 4939827"/>
              <a:gd name="connsiteX37" fmla="*/ 8972994 w 12192000"/>
              <a:gd name="connsiteY37" fmla="*/ 263284 h 4939827"/>
              <a:gd name="connsiteX38" fmla="*/ 9004605 w 12192000"/>
              <a:gd name="connsiteY38" fmla="*/ 258041 h 4939827"/>
              <a:gd name="connsiteX39" fmla="*/ 9016165 w 12192000"/>
              <a:gd name="connsiteY39" fmla="*/ 261258 h 4939827"/>
              <a:gd name="connsiteX40" fmla="*/ 9043297 w 12192000"/>
              <a:gd name="connsiteY40" fmla="*/ 281547 h 4939827"/>
              <a:gd name="connsiteX41" fmla="*/ 9048315 w 12192000"/>
              <a:gd name="connsiteY41" fmla="*/ 279264 h 4939827"/>
              <a:gd name="connsiteX42" fmla="*/ 9054706 w 12192000"/>
              <a:gd name="connsiteY42" fmla="*/ 278538 h 4939827"/>
              <a:gd name="connsiteX43" fmla="*/ 9070919 w 12192000"/>
              <a:gd name="connsiteY43" fmla="*/ 281810 h 4939827"/>
              <a:gd name="connsiteX44" fmla="*/ 9076813 w 12192000"/>
              <a:gd name="connsiteY44" fmla="*/ 283909 h 4939827"/>
              <a:gd name="connsiteX45" fmla="*/ 9085871 w 12192000"/>
              <a:gd name="connsiteY45" fmla="*/ 285133 h 4939827"/>
              <a:gd name="connsiteX46" fmla="*/ 9086159 w 12192000"/>
              <a:gd name="connsiteY46" fmla="*/ 284887 h 4939827"/>
              <a:gd name="connsiteX47" fmla="*/ 9134606 w 12192000"/>
              <a:gd name="connsiteY47" fmla="*/ 288168 h 4939827"/>
              <a:gd name="connsiteX48" fmla="*/ 9195590 w 12192000"/>
              <a:gd name="connsiteY48" fmla="*/ 279568 h 4939827"/>
              <a:gd name="connsiteX49" fmla="*/ 9219336 w 12192000"/>
              <a:gd name="connsiteY49" fmla="*/ 278133 h 4939827"/>
              <a:gd name="connsiteX50" fmla="*/ 9232362 w 12192000"/>
              <a:gd name="connsiteY50" fmla="*/ 275894 h 4939827"/>
              <a:gd name="connsiteX51" fmla="*/ 9233396 w 12192000"/>
              <a:gd name="connsiteY51" fmla="*/ 274803 h 4939827"/>
              <a:gd name="connsiteX52" fmla="*/ 9256213 w 12192000"/>
              <a:gd name="connsiteY52" fmla="*/ 281576 h 4939827"/>
              <a:gd name="connsiteX53" fmla="*/ 9371484 w 12192000"/>
              <a:gd name="connsiteY53" fmla="*/ 329634 h 4939827"/>
              <a:gd name="connsiteX54" fmla="*/ 9404829 w 12192000"/>
              <a:gd name="connsiteY54" fmla="*/ 339038 h 4939827"/>
              <a:gd name="connsiteX55" fmla="*/ 9427021 w 12192000"/>
              <a:gd name="connsiteY55" fmla="*/ 358784 h 4939827"/>
              <a:gd name="connsiteX56" fmla="*/ 9670844 w 12192000"/>
              <a:gd name="connsiteY56" fmla="*/ 405128 h 4939827"/>
              <a:gd name="connsiteX57" fmla="*/ 9816083 w 12192000"/>
              <a:gd name="connsiteY57" fmla="*/ 416573 h 4939827"/>
              <a:gd name="connsiteX58" fmla="*/ 9936741 w 12192000"/>
              <a:gd name="connsiteY58" fmla="*/ 437044 h 4939827"/>
              <a:gd name="connsiteX59" fmla="*/ 10050093 w 12192000"/>
              <a:gd name="connsiteY59" fmla="*/ 443783 h 4939827"/>
              <a:gd name="connsiteX60" fmla="*/ 10130090 w 12192000"/>
              <a:gd name="connsiteY60" fmla="*/ 459520 h 4939827"/>
              <a:gd name="connsiteX61" fmla="*/ 10173456 w 12192000"/>
              <a:gd name="connsiteY61" fmla="*/ 457749 h 4939827"/>
              <a:gd name="connsiteX62" fmla="*/ 10218232 w 12192000"/>
              <a:gd name="connsiteY62" fmla="*/ 459820 h 4939827"/>
              <a:gd name="connsiteX63" fmla="*/ 10354176 w 12192000"/>
              <a:gd name="connsiteY63" fmla="*/ 471377 h 4939827"/>
              <a:gd name="connsiteX64" fmla="*/ 10430681 w 12192000"/>
              <a:gd name="connsiteY64" fmla="*/ 481226 h 4939827"/>
              <a:gd name="connsiteX65" fmla="*/ 10478169 w 12192000"/>
              <a:gd name="connsiteY65" fmla="*/ 481774 h 4939827"/>
              <a:gd name="connsiteX66" fmla="*/ 10540907 w 12192000"/>
              <a:gd name="connsiteY66" fmla="*/ 485607 h 4939827"/>
              <a:gd name="connsiteX67" fmla="*/ 10614941 w 12192000"/>
              <a:gd name="connsiteY67" fmla="*/ 487592 h 4939827"/>
              <a:gd name="connsiteX68" fmla="*/ 10674098 w 12192000"/>
              <a:gd name="connsiteY68" fmla="*/ 521656 h 4939827"/>
              <a:gd name="connsiteX69" fmla="*/ 10874834 w 12192000"/>
              <a:gd name="connsiteY69" fmla="*/ 574867 h 4939827"/>
              <a:gd name="connsiteX70" fmla="*/ 10944981 w 12192000"/>
              <a:gd name="connsiteY70" fmla="*/ 615042 h 4939827"/>
              <a:gd name="connsiteX71" fmla="*/ 11006376 w 12192000"/>
              <a:gd name="connsiteY71" fmla="*/ 645957 h 4939827"/>
              <a:gd name="connsiteX72" fmla="*/ 11076308 w 12192000"/>
              <a:gd name="connsiteY72" fmla="*/ 675698 h 4939827"/>
              <a:gd name="connsiteX73" fmla="*/ 11148789 w 12192000"/>
              <a:gd name="connsiteY73" fmla="*/ 685041 h 4939827"/>
              <a:gd name="connsiteX74" fmla="*/ 11249129 w 12192000"/>
              <a:gd name="connsiteY74" fmla="*/ 684218 h 4939827"/>
              <a:gd name="connsiteX75" fmla="*/ 11299915 w 12192000"/>
              <a:gd name="connsiteY75" fmla="*/ 692177 h 4939827"/>
              <a:gd name="connsiteX76" fmla="*/ 11386973 w 12192000"/>
              <a:gd name="connsiteY76" fmla="*/ 708209 h 4939827"/>
              <a:gd name="connsiteX77" fmla="*/ 11500105 w 12192000"/>
              <a:gd name="connsiteY77" fmla="*/ 735014 h 4939827"/>
              <a:gd name="connsiteX78" fmla="*/ 11621735 w 12192000"/>
              <a:gd name="connsiteY78" fmla="*/ 789584 h 4939827"/>
              <a:gd name="connsiteX79" fmla="*/ 11691200 w 12192000"/>
              <a:gd name="connsiteY79" fmla="*/ 867902 h 4939827"/>
              <a:gd name="connsiteX80" fmla="*/ 11819427 w 12192000"/>
              <a:gd name="connsiteY80" fmla="*/ 911634 h 4939827"/>
              <a:gd name="connsiteX81" fmla="*/ 11969720 w 12192000"/>
              <a:gd name="connsiteY81" fmla="*/ 964737 h 4939827"/>
              <a:gd name="connsiteX82" fmla="*/ 12055766 w 12192000"/>
              <a:gd name="connsiteY82" fmla="*/ 991268 h 4939827"/>
              <a:gd name="connsiteX83" fmla="*/ 12171539 w 12192000"/>
              <a:gd name="connsiteY83" fmla="*/ 995427 h 4939827"/>
              <a:gd name="connsiteX84" fmla="*/ 12187831 w 12192000"/>
              <a:gd name="connsiteY84" fmla="*/ 996580 h 4939827"/>
              <a:gd name="connsiteX85" fmla="*/ 12192000 w 12192000"/>
              <a:gd name="connsiteY85" fmla="*/ 996726 h 4939827"/>
              <a:gd name="connsiteX86" fmla="*/ 12192000 w 12192000"/>
              <a:gd name="connsiteY86" fmla="*/ 4939827 h 4939827"/>
              <a:gd name="connsiteX87" fmla="*/ 0 w 12192000"/>
              <a:gd name="connsiteY87" fmla="*/ 4939827 h 4939827"/>
              <a:gd name="connsiteX88" fmla="*/ 0 w 12192000"/>
              <a:gd name="connsiteY88" fmla="*/ 512043 h 4939827"/>
              <a:gd name="connsiteX89" fmla="*/ 7381 w 12192000"/>
              <a:gd name="connsiteY89" fmla="*/ 512580 h 4939827"/>
              <a:gd name="connsiteX90" fmla="*/ 100029 w 12192000"/>
              <a:gd name="connsiteY90" fmla="*/ 504758 h 4939827"/>
              <a:gd name="connsiteX91" fmla="*/ 155244 w 12192000"/>
              <a:gd name="connsiteY91" fmla="*/ 525130 h 4939827"/>
              <a:gd name="connsiteX92" fmla="*/ 254366 w 12192000"/>
              <a:gd name="connsiteY92" fmla="*/ 534449 h 4939827"/>
              <a:gd name="connsiteX93" fmla="*/ 447292 w 12192000"/>
              <a:gd name="connsiteY93" fmla="*/ 542725 h 4939827"/>
              <a:gd name="connsiteX94" fmla="*/ 628105 w 12192000"/>
              <a:gd name="connsiteY94" fmla="*/ 547853 h 4939827"/>
              <a:gd name="connsiteX95" fmla="*/ 783146 w 12192000"/>
              <a:gd name="connsiteY95" fmla="*/ 591799 h 4939827"/>
              <a:gd name="connsiteX96" fmla="*/ 1043676 w 12192000"/>
              <a:gd name="connsiteY96" fmla="*/ 591887 h 4939827"/>
              <a:gd name="connsiteX97" fmla="*/ 1281816 w 12192000"/>
              <a:gd name="connsiteY97" fmla="*/ 520946 h 4939827"/>
              <a:gd name="connsiteX98" fmla="*/ 1486347 w 12192000"/>
              <a:gd name="connsiteY98" fmla="*/ 487310 h 4939827"/>
              <a:gd name="connsiteX99" fmla="*/ 1568079 w 12192000"/>
              <a:gd name="connsiteY99" fmla="*/ 462531 h 4939827"/>
              <a:gd name="connsiteX100" fmla="*/ 1622516 w 12192000"/>
              <a:gd name="connsiteY100" fmla="*/ 466058 h 4939827"/>
              <a:gd name="connsiteX101" fmla="*/ 1655457 w 12192000"/>
              <a:gd name="connsiteY101" fmla="*/ 465359 h 4939827"/>
              <a:gd name="connsiteX102" fmla="*/ 1717454 w 12192000"/>
              <a:gd name="connsiteY102" fmla="*/ 417203 h 4939827"/>
              <a:gd name="connsiteX103" fmla="*/ 1913794 w 12192000"/>
              <a:gd name="connsiteY103" fmla="*/ 365255 h 4939827"/>
              <a:gd name="connsiteX104" fmla="*/ 2129762 w 12192000"/>
              <a:gd name="connsiteY104" fmla="*/ 367832 h 4939827"/>
              <a:gd name="connsiteX105" fmla="*/ 2376970 w 12192000"/>
              <a:gd name="connsiteY105" fmla="*/ 350129 h 4939827"/>
              <a:gd name="connsiteX106" fmla="*/ 2480155 w 12192000"/>
              <a:gd name="connsiteY106" fmla="*/ 359227 h 4939827"/>
              <a:gd name="connsiteX107" fmla="*/ 2586782 w 12192000"/>
              <a:gd name="connsiteY107" fmla="*/ 339352 h 4939827"/>
              <a:gd name="connsiteX108" fmla="*/ 2679617 w 12192000"/>
              <a:gd name="connsiteY108" fmla="*/ 305383 h 4939827"/>
              <a:gd name="connsiteX109" fmla="*/ 2788947 w 12192000"/>
              <a:gd name="connsiteY109" fmla="*/ 250375 h 4939827"/>
              <a:gd name="connsiteX110" fmla="*/ 2965530 w 12192000"/>
              <a:gd name="connsiteY110" fmla="*/ 245958 h 4939827"/>
              <a:gd name="connsiteX111" fmla="*/ 3103677 w 12192000"/>
              <a:gd name="connsiteY111" fmla="*/ 209527 h 4939827"/>
              <a:gd name="connsiteX112" fmla="*/ 3126759 w 12192000"/>
              <a:gd name="connsiteY112" fmla="*/ 211226 h 4939827"/>
              <a:gd name="connsiteX113" fmla="*/ 3164020 w 12192000"/>
              <a:gd name="connsiteY113" fmla="*/ 212779 h 4939827"/>
              <a:gd name="connsiteX114" fmla="*/ 3285019 w 12192000"/>
              <a:gd name="connsiteY114" fmla="*/ 220535 h 4939827"/>
              <a:gd name="connsiteX115" fmla="*/ 3365154 w 12192000"/>
              <a:gd name="connsiteY115" fmla="*/ 226416 h 4939827"/>
              <a:gd name="connsiteX116" fmla="*/ 3367507 w 12192000"/>
              <a:gd name="connsiteY116" fmla="*/ 225416 h 4939827"/>
              <a:gd name="connsiteX117" fmla="*/ 3387567 w 12192000"/>
              <a:gd name="connsiteY117" fmla="*/ 227103 h 4939827"/>
              <a:gd name="connsiteX118" fmla="*/ 3498001 w 12192000"/>
              <a:gd name="connsiteY118" fmla="*/ 231941 h 4939827"/>
              <a:gd name="connsiteX119" fmla="*/ 3561557 w 12192000"/>
              <a:gd name="connsiteY119" fmla="*/ 228095 h 4939827"/>
              <a:gd name="connsiteX120" fmla="*/ 3611920 w 12192000"/>
              <a:gd name="connsiteY120" fmla="*/ 218094 h 4939827"/>
              <a:gd name="connsiteX121" fmla="*/ 3620528 w 12192000"/>
              <a:gd name="connsiteY121" fmla="*/ 218788 h 4939827"/>
              <a:gd name="connsiteX122" fmla="*/ 3620766 w 12192000"/>
              <a:gd name="connsiteY122" fmla="*/ 218511 h 4939827"/>
              <a:gd name="connsiteX123" fmla="*/ 3629977 w 12192000"/>
              <a:gd name="connsiteY123" fmla="*/ 218664 h 4939827"/>
              <a:gd name="connsiteX124" fmla="*/ 3636217 w 12192000"/>
              <a:gd name="connsiteY124" fmla="*/ 220048 h 4939827"/>
              <a:gd name="connsiteX125" fmla="*/ 3709484 w 12192000"/>
              <a:gd name="connsiteY125" fmla="*/ 186927 h 4939827"/>
              <a:gd name="connsiteX126" fmla="*/ 3761342 w 12192000"/>
              <a:gd name="connsiteY126" fmla="*/ 177474 h 4939827"/>
              <a:gd name="connsiteX127" fmla="*/ 3799748 w 12192000"/>
              <a:gd name="connsiteY127" fmla="*/ 167154 h 4939827"/>
              <a:gd name="connsiteX128" fmla="*/ 3922756 w 12192000"/>
              <a:gd name="connsiteY128" fmla="*/ 194044 h 4939827"/>
              <a:gd name="connsiteX129" fmla="*/ 4028476 w 12192000"/>
              <a:gd name="connsiteY129" fmla="*/ 223679 h 4939827"/>
              <a:gd name="connsiteX130" fmla="*/ 4191582 w 12192000"/>
              <a:gd name="connsiteY130" fmla="*/ 238952 h 4939827"/>
              <a:gd name="connsiteX131" fmla="*/ 4251024 w 12192000"/>
              <a:gd name="connsiteY131" fmla="*/ 240874 h 4939827"/>
              <a:gd name="connsiteX132" fmla="*/ 4355275 w 12192000"/>
              <a:gd name="connsiteY132" fmla="*/ 260205 h 4939827"/>
              <a:gd name="connsiteX133" fmla="*/ 4423807 w 12192000"/>
              <a:gd name="connsiteY133" fmla="*/ 270366 h 4939827"/>
              <a:gd name="connsiteX134" fmla="*/ 4558432 w 12192000"/>
              <a:gd name="connsiteY134" fmla="*/ 269194 h 4939827"/>
              <a:gd name="connsiteX135" fmla="*/ 4635061 w 12192000"/>
              <a:gd name="connsiteY135" fmla="*/ 280682 h 4939827"/>
              <a:gd name="connsiteX136" fmla="*/ 4807427 w 12192000"/>
              <a:gd name="connsiteY136" fmla="*/ 276835 h 4939827"/>
              <a:gd name="connsiteX137" fmla="*/ 5028933 w 12192000"/>
              <a:gd name="connsiteY137" fmla="*/ 183887 h 4939827"/>
              <a:gd name="connsiteX138" fmla="*/ 5093642 w 12192000"/>
              <a:gd name="connsiteY138" fmla="*/ 177214 h 4939827"/>
              <a:gd name="connsiteX139" fmla="*/ 5102642 w 12192000"/>
              <a:gd name="connsiteY139" fmla="*/ 186816 h 4939827"/>
              <a:gd name="connsiteX140" fmla="*/ 5193590 w 12192000"/>
              <a:gd name="connsiteY140" fmla="*/ 156458 h 4939827"/>
              <a:gd name="connsiteX141" fmla="*/ 5323922 w 12192000"/>
              <a:gd name="connsiteY141" fmla="*/ 146332 h 4939827"/>
              <a:gd name="connsiteX142" fmla="*/ 5421860 w 12192000"/>
              <a:gd name="connsiteY142" fmla="*/ 167298 h 4939827"/>
              <a:gd name="connsiteX143" fmla="*/ 5476948 w 12192000"/>
              <a:gd name="connsiteY143" fmla="*/ 173249 h 4939827"/>
              <a:gd name="connsiteX144" fmla="*/ 5516842 w 12192000"/>
              <a:gd name="connsiteY144" fmla="*/ 184018 h 4939827"/>
              <a:gd name="connsiteX145" fmla="*/ 5619415 w 12192000"/>
              <a:gd name="connsiteY145" fmla="*/ 176781 h 4939827"/>
              <a:gd name="connsiteX146" fmla="*/ 5789867 w 12192000"/>
              <a:gd name="connsiteY146" fmla="*/ 150304 h 4939827"/>
              <a:gd name="connsiteX147" fmla="*/ 5825953 w 12192000"/>
              <a:gd name="connsiteY147" fmla="*/ 147907 h 4939827"/>
              <a:gd name="connsiteX148" fmla="*/ 5856168 w 12192000"/>
              <a:gd name="connsiteY148" fmla="*/ 158719 h 4939827"/>
              <a:gd name="connsiteX149" fmla="*/ 5862476 w 12192000"/>
              <a:gd name="connsiteY149" fmla="*/ 172447 h 4939827"/>
              <a:gd name="connsiteX150" fmla="*/ 5882195 w 12192000"/>
              <a:gd name="connsiteY150" fmla="*/ 173195 h 4939827"/>
              <a:gd name="connsiteX151" fmla="*/ 5952585 w 12192000"/>
              <a:gd name="connsiteY151" fmla="*/ 161012 h 4939827"/>
              <a:gd name="connsiteX152" fmla="*/ 6001964 w 12192000"/>
              <a:gd name="connsiteY152" fmla="*/ 154786 h 4939827"/>
              <a:gd name="connsiteX153" fmla="*/ 6184207 w 12192000"/>
              <a:gd name="connsiteY153" fmla="*/ 132658 h 4939827"/>
              <a:gd name="connsiteX154" fmla="*/ 6415830 w 12192000"/>
              <a:gd name="connsiteY154" fmla="*/ 136006 h 4939827"/>
              <a:gd name="connsiteX155" fmla="*/ 6756965 w 12192000"/>
              <a:gd name="connsiteY155" fmla="*/ 57636 h 4939827"/>
              <a:gd name="connsiteX156" fmla="*/ 6819400 w 12192000"/>
              <a:gd name="connsiteY156" fmla="*/ 30742 h 4939827"/>
              <a:gd name="connsiteX157" fmla="*/ 6986370 w 12192000"/>
              <a:gd name="connsiteY157" fmla="*/ 12659 h 4939827"/>
              <a:gd name="connsiteX158" fmla="*/ 6989536 w 12192000"/>
              <a:gd name="connsiteY158" fmla="*/ 14528 h 4939827"/>
              <a:gd name="connsiteX159" fmla="*/ 7015933 w 12192000"/>
              <a:gd name="connsiteY159" fmla="*/ 9653 h 4939827"/>
              <a:gd name="connsiteX160" fmla="*/ 7020592 w 12192000"/>
              <a:gd name="connsiteY160" fmla="*/ 1651 h 4939827"/>
              <a:gd name="connsiteX161" fmla="*/ 7025905 w 12192000"/>
              <a:gd name="connsiteY161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732750 w 12192000"/>
              <a:gd name="connsiteY13" fmla="*/ 145456 h 4939827"/>
              <a:gd name="connsiteX14" fmla="*/ 7785900 w 12192000"/>
              <a:gd name="connsiteY14" fmla="*/ 154493 h 4939827"/>
              <a:gd name="connsiteX15" fmla="*/ 7952584 w 12192000"/>
              <a:gd name="connsiteY15" fmla="*/ 170181 h 4939827"/>
              <a:gd name="connsiteX16" fmla="*/ 8009534 w 12192000"/>
              <a:gd name="connsiteY16" fmla="*/ 176441 h 4939827"/>
              <a:gd name="connsiteX17" fmla="*/ 8058681 w 12192000"/>
              <a:gd name="connsiteY17" fmla="*/ 219431 h 4939827"/>
              <a:gd name="connsiteX18" fmla="*/ 8126175 w 12192000"/>
              <a:gd name="connsiteY18" fmla="*/ 240005 h 4939827"/>
              <a:gd name="connsiteX19" fmla="*/ 8166439 w 12192000"/>
              <a:gd name="connsiteY19" fmla="*/ 252699 h 4939827"/>
              <a:gd name="connsiteX20" fmla="*/ 8281371 w 12192000"/>
              <a:gd name="connsiteY20" fmla="*/ 256875 h 4939827"/>
              <a:gd name="connsiteX21" fmla="*/ 8381609 w 12192000"/>
              <a:gd name="connsiteY21" fmla="*/ 240618 h 4939827"/>
              <a:gd name="connsiteX22" fmla="*/ 8406759 w 12192000"/>
              <a:gd name="connsiteY22" fmla="*/ 232517 h 4939827"/>
              <a:gd name="connsiteX23" fmla="*/ 8426506 w 12192000"/>
              <a:gd name="connsiteY23" fmla="*/ 241842 h 4939827"/>
              <a:gd name="connsiteX24" fmla="*/ 8427949 w 12192000"/>
              <a:gd name="connsiteY24" fmla="*/ 240981 h 4939827"/>
              <a:gd name="connsiteX25" fmla="*/ 8441468 w 12192000"/>
              <a:gd name="connsiteY25" fmla="*/ 241157 h 4939827"/>
              <a:gd name="connsiteX26" fmla="*/ 8565757 w 12192000"/>
              <a:gd name="connsiteY26" fmla="*/ 255317 h 4939827"/>
              <a:gd name="connsiteX27" fmla="*/ 8573171 w 12192000"/>
              <a:gd name="connsiteY27" fmla="*/ 258426 h 4939827"/>
              <a:gd name="connsiteX28" fmla="*/ 8573548 w 12192000"/>
              <a:gd name="connsiteY28" fmla="*/ 258241 h 4939827"/>
              <a:gd name="connsiteX29" fmla="*/ 8581827 w 12192000"/>
              <a:gd name="connsiteY29" fmla="*/ 261028 h 4939827"/>
              <a:gd name="connsiteX30" fmla="*/ 8586687 w 12192000"/>
              <a:gd name="connsiteY30" fmla="*/ 264089 h 4939827"/>
              <a:gd name="connsiteX31" fmla="*/ 8672650 w 12192000"/>
              <a:gd name="connsiteY31" fmla="*/ 254821 h 4939827"/>
              <a:gd name="connsiteX32" fmla="*/ 8785543 w 12192000"/>
              <a:gd name="connsiteY32" fmla="*/ 263406 h 4939827"/>
              <a:gd name="connsiteX33" fmla="*/ 8830588 w 12192000"/>
              <a:gd name="connsiteY33" fmla="*/ 265483 h 4939827"/>
              <a:gd name="connsiteX34" fmla="*/ 8905142 w 12192000"/>
              <a:gd name="connsiteY34" fmla="*/ 264958 h 4939827"/>
              <a:gd name="connsiteX35" fmla="*/ 8968582 w 12192000"/>
              <a:gd name="connsiteY35" fmla="*/ 262728 h 4939827"/>
              <a:gd name="connsiteX36" fmla="*/ 8972994 w 12192000"/>
              <a:gd name="connsiteY36" fmla="*/ 263284 h 4939827"/>
              <a:gd name="connsiteX37" fmla="*/ 9004605 w 12192000"/>
              <a:gd name="connsiteY37" fmla="*/ 258041 h 4939827"/>
              <a:gd name="connsiteX38" fmla="*/ 9016165 w 12192000"/>
              <a:gd name="connsiteY38" fmla="*/ 261258 h 4939827"/>
              <a:gd name="connsiteX39" fmla="*/ 9043297 w 12192000"/>
              <a:gd name="connsiteY39" fmla="*/ 281547 h 4939827"/>
              <a:gd name="connsiteX40" fmla="*/ 9048315 w 12192000"/>
              <a:gd name="connsiteY40" fmla="*/ 279264 h 4939827"/>
              <a:gd name="connsiteX41" fmla="*/ 9054706 w 12192000"/>
              <a:gd name="connsiteY41" fmla="*/ 278538 h 4939827"/>
              <a:gd name="connsiteX42" fmla="*/ 9070919 w 12192000"/>
              <a:gd name="connsiteY42" fmla="*/ 281810 h 4939827"/>
              <a:gd name="connsiteX43" fmla="*/ 9076813 w 12192000"/>
              <a:gd name="connsiteY43" fmla="*/ 283909 h 4939827"/>
              <a:gd name="connsiteX44" fmla="*/ 9085871 w 12192000"/>
              <a:gd name="connsiteY44" fmla="*/ 285133 h 4939827"/>
              <a:gd name="connsiteX45" fmla="*/ 9086159 w 12192000"/>
              <a:gd name="connsiteY45" fmla="*/ 284887 h 4939827"/>
              <a:gd name="connsiteX46" fmla="*/ 9134606 w 12192000"/>
              <a:gd name="connsiteY46" fmla="*/ 288168 h 4939827"/>
              <a:gd name="connsiteX47" fmla="*/ 9195590 w 12192000"/>
              <a:gd name="connsiteY47" fmla="*/ 279568 h 4939827"/>
              <a:gd name="connsiteX48" fmla="*/ 9219336 w 12192000"/>
              <a:gd name="connsiteY48" fmla="*/ 278133 h 4939827"/>
              <a:gd name="connsiteX49" fmla="*/ 9232362 w 12192000"/>
              <a:gd name="connsiteY49" fmla="*/ 275894 h 4939827"/>
              <a:gd name="connsiteX50" fmla="*/ 9233396 w 12192000"/>
              <a:gd name="connsiteY50" fmla="*/ 274803 h 4939827"/>
              <a:gd name="connsiteX51" fmla="*/ 9256213 w 12192000"/>
              <a:gd name="connsiteY51" fmla="*/ 281576 h 4939827"/>
              <a:gd name="connsiteX52" fmla="*/ 9371484 w 12192000"/>
              <a:gd name="connsiteY52" fmla="*/ 329634 h 4939827"/>
              <a:gd name="connsiteX53" fmla="*/ 9404829 w 12192000"/>
              <a:gd name="connsiteY53" fmla="*/ 339038 h 4939827"/>
              <a:gd name="connsiteX54" fmla="*/ 9427021 w 12192000"/>
              <a:gd name="connsiteY54" fmla="*/ 358784 h 4939827"/>
              <a:gd name="connsiteX55" fmla="*/ 9670844 w 12192000"/>
              <a:gd name="connsiteY55" fmla="*/ 405128 h 4939827"/>
              <a:gd name="connsiteX56" fmla="*/ 9816083 w 12192000"/>
              <a:gd name="connsiteY56" fmla="*/ 416573 h 4939827"/>
              <a:gd name="connsiteX57" fmla="*/ 9936741 w 12192000"/>
              <a:gd name="connsiteY57" fmla="*/ 437044 h 4939827"/>
              <a:gd name="connsiteX58" fmla="*/ 10050093 w 12192000"/>
              <a:gd name="connsiteY58" fmla="*/ 443783 h 4939827"/>
              <a:gd name="connsiteX59" fmla="*/ 10130090 w 12192000"/>
              <a:gd name="connsiteY59" fmla="*/ 459520 h 4939827"/>
              <a:gd name="connsiteX60" fmla="*/ 10173456 w 12192000"/>
              <a:gd name="connsiteY60" fmla="*/ 457749 h 4939827"/>
              <a:gd name="connsiteX61" fmla="*/ 10218232 w 12192000"/>
              <a:gd name="connsiteY61" fmla="*/ 459820 h 4939827"/>
              <a:gd name="connsiteX62" fmla="*/ 10354176 w 12192000"/>
              <a:gd name="connsiteY62" fmla="*/ 471377 h 4939827"/>
              <a:gd name="connsiteX63" fmla="*/ 10430681 w 12192000"/>
              <a:gd name="connsiteY63" fmla="*/ 481226 h 4939827"/>
              <a:gd name="connsiteX64" fmla="*/ 10478169 w 12192000"/>
              <a:gd name="connsiteY64" fmla="*/ 481774 h 4939827"/>
              <a:gd name="connsiteX65" fmla="*/ 10540907 w 12192000"/>
              <a:gd name="connsiteY65" fmla="*/ 485607 h 4939827"/>
              <a:gd name="connsiteX66" fmla="*/ 10614941 w 12192000"/>
              <a:gd name="connsiteY66" fmla="*/ 487592 h 4939827"/>
              <a:gd name="connsiteX67" fmla="*/ 10674098 w 12192000"/>
              <a:gd name="connsiteY67" fmla="*/ 521656 h 4939827"/>
              <a:gd name="connsiteX68" fmla="*/ 10874834 w 12192000"/>
              <a:gd name="connsiteY68" fmla="*/ 574867 h 4939827"/>
              <a:gd name="connsiteX69" fmla="*/ 10944981 w 12192000"/>
              <a:gd name="connsiteY69" fmla="*/ 615042 h 4939827"/>
              <a:gd name="connsiteX70" fmla="*/ 11006376 w 12192000"/>
              <a:gd name="connsiteY70" fmla="*/ 645957 h 4939827"/>
              <a:gd name="connsiteX71" fmla="*/ 11076308 w 12192000"/>
              <a:gd name="connsiteY71" fmla="*/ 675698 h 4939827"/>
              <a:gd name="connsiteX72" fmla="*/ 11148789 w 12192000"/>
              <a:gd name="connsiteY72" fmla="*/ 685041 h 4939827"/>
              <a:gd name="connsiteX73" fmla="*/ 11249129 w 12192000"/>
              <a:gd name="connsiteY73" fmla="*/ 684218 h 4939827"/>
              <a:gd name="connsiteX74" fmla="*/ 11299915 w 12192000"/>
              <a:gd name="connsiteY74" fmla="*/ 692177 h 4939827"/>
              <a:gd name="connsiteX75" fmla="*/ 11386973 w 12192000"/>
              <a:gd name="connsiteY75" fmla="*/ 708209 h 4939827"/>
              <a:gd name="connsiteX76" fmla="*/ 11500105 w 12192000"/>
              <a:gd name="connsiteY76" fmla="*/ 735014 h 4939827"/>
              <a:gd name="connsiteX77" fmla="*/ 11621735 w 12192000"/>
              <a:gd name="connsiteY77" fmla="*/ 789584 h 4939827"/>
              <a:gd name="connsiteX78" fmla="*/ 11691200 w 12192000"/>
              <a:gd name="connsiteY78" fmla="*/ 867902 h 4939827"/>
              <a:gd name="connsiteX79" fmla="*/ 11819427 w 12192000"/>
              <a:gd name="connsiteY79" fmla="*/ 911634 h 4939827"/>
              <a:gd name="connsiteX80" fmla="*/ 11969720 w 12192000"/>
              <a:gd name="connsiteY80" fmla="*/ 964737 h 4939827"/>
              <a:gd name="connsiteX81" fmla="*/ 12055766 w 12192000"/>
              <a:gd name="connsiteY81" fmla="*/ 991268 h 4939827"/>
              <a:gd name="connsiteX82" fmla="*/ 12171539 w 12192000"/>
              <a:gd name="connsiteY82" fmla="*/ 995427 h 4939827"/>
              <a:gd name="connsiteX83" fmla="*/ 12187831 w 12192000"/>
              <a:gd name="connsiteY83" fmla="*/ 996580 h 4939827"/>
              <a:gd name="connsiteX84" fmla="*/ 12192000 w 12192000"/>
              <a:gd name="connsiteY84" fmla="*/ 996726 h 4939827"/>
              <a:gd name="connsiteX85" fmla="*/ 12192000 w 12192000"/>
              <a:gd name="connsiteY85" fmla="*/ 4939827 h 4939827"/>
              <a:gd name="connsiteX86" fmla="*/ 0 w 12192000"/>
              <a:gd name="connsiteY86" fmla="*/ 4939827 h 4939827"/>
              <a:gd name="connsiteX87" fmla="*/ 0 w 12192000"/>
              <a:gd name="connsiteY87" fmla="*/ 512043 h 4939827"/>
              <a:gd name="connsiteX88" fmla="*/ 7381 w 12192000"/>
              <a:gd name="connsiteY88" fmla="*/ 512580 h 4939827"/>
              <a:gd name="connsiteX89" fmla="*/ 100029 w 12192000"/>
              <a:gd name="connsiteY89" fmla="*/ 504758 h 4939827"/>
              <a:gd name="connsiteX90" fmla="*/ 155244 w 12192000"/>
              <a:gd name="connsiteY90" fmla="*/ 525130 h 4939827"/>
              <a:gd name="connsiteX91" fmla="*/ 254366 w 12192000"/>
              <a:gd name="connsiteY91" fmla="*/ 534449 h 4939827"/>
              <a:gd name="connsiteX92" fmla="*/ 447292 w 12192000"/>
              <a:gd name="connsiteY92" fmla="*/ 542725 h 4939827"/>
              <a:gd name="connsiteX93" fmla="*/ 628105 w 12192000"/>
              <a:gd name="connsiteY93" fmla="*/ 547853 h 4939827"/>
              <a:gd name="connsiteX94" fmla="*/ 783146 w 12192000"/>
              <a:gd name="connsiteY94" fmla="*/ 591799 h 4939827"/>
              <a:gd name="connsiteX95" fmla="*/ 1043676 w 12192000"/>
              <a:gd name="connsiteY95" fmla="*/ 591887 h 4939827"/>
              <a:gd name="connsiteX96" fmla="*/ 1281816 w 12192000"/>
              <a:gd name="connsiteY96" fmla="*/ 520946 h 4939827"/>
              <a:gd name="connsiteX97" fmla="*/ 1486347 w 12192000"/>
              <a:gd name="connsiteY97" fmla="*/ 487310 h 4939827"/>
              <a:gd name="connsiteX98" fmla="*/ 1568079 w 12192000"/>
              <a:gd name="connsiteY98" fmla="*/ 462531 h 4939827"/>
              <a:gd name="connsiteX99" fmla="*/ 1622516 w 12192000"/>
              <a:gd name="connsiteY99" fmla="*/ 466058 h 4939827"/>
              <a:gd name="connsiteX100" fmla="*/ 1655457 w 12192000"/>
              <a:gd name="connsiteY100" fmla="*/ 465359 h 4939827"/>
              <a:gd name="connsiteX101" fmla="*/ 1717454 w 12192000"/>
              <a:gd name="connsiteY101" fmla="*/ 417203 h 4939827"/>
              <a:gd name="connsiteX102" fmla="*/ 1913794 w 12192000"/>
              <a:gd name="connsiteY102" fmla="*/ 365255 h 4939827"/>
              <a:gd name="connsiteX103" fmla="*/ 2129762 w 12192000"/>
              <a:gd name="connsiteY103" fmla="*/ 367832 h 4939827"/>
              <a:gd name="connsiteX104" fmla="*/ 2376970 w 12192000"/>
              <a:gd name="connsiteY104" fmla="*/ 350129 h 4939827"/>
              <a:gd name="connsiteX105" fmla="*/ 2480155 w 12192000"/>
              <a:gd name="connsiteY105" fmla="*/ 359227 h 4939827"/>
              <a:gd name="connsiteX106" fmla="*/ 2586782 w 12192000"/>
              <a:gd name="connsiteY106" fmla="*/ 339352 h 4939827"/>
              <a:gd name="connsiteX107" fmla="*/ 2679617 w 12192000"/>
              <a:gd name="connsiteY107" fmla="*/ 305383 h 4939827"/>
              <a:gd name="connsiteX108" fmla="*/ 2788947 w 12192000"/>
              <a:gd name="connsiteY108" fmla="*/ 250375 h 4939827"/>
              <a:gd name="connsiteX109" fmla="*/ 2965530 w 12192000"/>
              <a:gd name="connsiteY109" fmla="*/ 245958 h 4939827"/>
              <a:gd name="connsiteX110" fmla="*/ 3103677 w 12192000"/>
              <a:gd name="connsiteY110" fmla="*/ 209527 h 4939827"/>
              <a:gd name="connsiteX111" fmla="*/ 3126759 w 12192000"/>
              <a:gd name="connsiteY111" fmla="*/ 211226 h 4939827"/>
              <a:gd name="connsiteX112" fmla="*/ 3164020 w 12192000"/>
              <a:gd name="connsiteY112" fmla="*/ 212779 h 4939827"/>
              <a:gd name="connsiteX113" fmla="*/ 3285019 w 12192000"/>
              <a:gd name="connsiteY113" fmla="*/ 220535 h 4939827"/>
              <a:gd name="connsiteX114" fmla="*/ 3365154 w 12192000"/>
              <a:gd name="connsiteY114" fmla="*/ 226416 h 4939827"/>
              <a:gd name="connsiteX115" fmla="*/ 3367507 w 12192000"/>
              <a:gd name="connsiteY115" fmla="*/ 225416 h 4939827"/>
              <a:gd name="connsiteX116" fmla="*/ 3387567 w 12192000"/>
              <a:gd name="connsiteY116" fmla="*/ 227103 h 4939827"/>
              <a:gd name="connsiteX117" fmla="*/ 3498001 w 12192000"/>
              <a:gd name="connsiteY117" fmla="*/ 231941 h 4939827"/>
              <a:gd name="connsiteX118" fmla="*/ 3561557 w 12192000"/>
              <a:gd name="connsiteY118" fmla="*/ 228095 h 4939827"/>
              <a:gd name="connsiteX119" fmla="*/ 3611920 w 12192000"/>
              <a:gd name="connsiteY119" fmla="*/ 218094 h 4939827"/>
              <a:gd name="connsiteX120" fmla="*/ 3620528 w 12192000"/>
              <a:gd name="connsiteY120" fmla="*/ 218788 h 4939827"/>
              <a:gd name="connsiteX121" fmla="*/ 3620766 w 12192000"/>
              <a:gd name="connsiteY121" fmla="*/ 218511 h 4939827"/>
              <a:gd name="connsiteX122" fmla="*/ 3629977 w 12192000"/>
              <a:gd name="connsiteY122" fmla="*/ 218664 h 4939827"/>
              <a:gd name="connsiteX123" fmla="*/ 3636217 w 12192000"/>
              <a:gd name="connsiteY123" fmla="*/ 220048 h 4939827"/>
              <a:gd name="connsiteX124" fmla="*/ 3709484 w 12192000"/>
              <a:gd name="connsiteY124" fmla="*/ 186927 h 4939827"/>
              <a:gd name="connsiteX125" fmla="*/ 3761342 w 12192000"/>
              <a:gd name="connsiteY125" fmla="*/ 177474 h 4939827"/>
              <a:gd name="connsiteX126" fmla="*/ 3799748 w 12192000"/>
              <a:gd name="connsiteY126" fmla="*/ 167154 h 4939827"/>
              <a:gd name="connsiteX127" fmla="*/ 3922756 w 12192000"/>
              <a:gd name="connsiteY127" fmla="*/ 194044 h 4939827"/>
              <a:gd name="connsiteX128" fmla="*/ 4028476 w 12192000"/>
              <a:gd name="connsiteY128" fmla="*/ 223679 h 4939827"/>
              <a:gd name="connsiteX129" fmla="*/ 4191582 w 12192000"/>
              <a:gd name="connsiteY129" fmla="*/ 238952 h 4939827"/>
              <a:gd name="connsiteX130" fmla="*/ 4251024 w 12192000"/>
              <a:gd name="connsiteY130" fmla="*/ 240874 h 4939827"/>
              <a:gd name="connsiteX131" fmla="*/ 4355275 w 12192000"/>
              <a:gd name="connsiteY131" fmla="*/ 260205 h 4939827"/>
              <a:gd name="connsiteX132" fmla="*/ 4423807 w 12192000"/>
              <a:gd name="connsiteY132" fmla="*/ 270366 h 4939827"/>
              <a:gd name="connsiteX133" fmla="*/ 4558432 w 12192000"/>
              <a:gd name="connsiteY133" fmla="*/ 269194 h 4939827"/>
              <a:gd name="connsiteX134" fmla="*/ 4635061 w 12192000"/>
              <a:gd name="connsiteY134" fmla="*/ 280682 h 4939827"/>
              <a:gd name="connsiteX135" fmla="*/ 4807427 w 12192000"/>
              <a:gd name="connsiteY135" fmla="*/ 276835 h 4939827"/>
              <a:gd name="connsiteX136" fmla="*/ 5028933 w 12192000"/>
              <a:gd name="connsiteY136" fmla="*/ 183887 h 4939827"/>
              <a:gd name="connsiteX137" fmla="*/ 5093642 w 12192000"/>
              <a:gd name="connsiteY137" fmla="*/ 177214 h 4939827"/>
              <a:gd name="connsiteX138" fmla="*/ 5102642 w 12192000"/>
              <a:gd name="connsiteY138" fmla="*/ 186816 h 4939827"/>
              <a:gd name="connsiteX139" fmla="*/ 5193590 w 12192000"/>
              <a:gd name="connsiteY139" fmla="*/ 156458 h 4939827"/>
              <a:gd name="connsiteX140" fmla="*/ 5323922 w 12192000"/>
              <a:gd name="connsiteY140" fmla="*/ 146332 h 4939827"/>
              <a:gd name="connsiteX141" fmla="*/ 5421860 w 12192000"/>
              <a:gd name="connsiteY141" fmla="*/ 167298 h 4939827"/>
              <a:gd name="connsiteX142" fmla="*/ 5476948 w 12192000"/>
              <a:gd name="connsiteY142" fmla="*/ 173249 h 4939827"/>
              <a:gd name="connsiteX143" fmla="*/ 5516842 w 12192000"/>
              <a:gd name="connsiteY143" fmla="*/ 184018 h 4939827"/>
              <a:gd name="connsiteX144" fmla="*/ 5619415 w 12192000"/>
              <a:gd name="connsiteY144" fmla="*/ 176781 h 4939827"/>
              <a:gd name="connsiteX145" fmla="*/ 5789867 w 12192000"/>
              <a:gd name="connsiteY145" fmla="*/ 150304 h 4939827"/>
              <a:gd name="connsiteX146" fmla="*/ 5825953 w 12192000"/>
              <a:gd name="connsiteY146" fmla="*/ 147907 h 4939827"/>
              <a:gd name="connsiteX147" fmla="*/ 5856168 w 12192000"/>
              <a:gd name="connsiteY147" fmla="*/ 158719 h 4939827"/>
              <a:gd name="connsiteX148" fmla="*/ 5862476 w 12192000"/>
              <a:gd name="connsiteY148" fmla="*/ 172447 h 4939827"/>
              <a:gd name="connsiteX149" fmla="*/ 5882195 w 12192000"/>
              <a:gd name="connsiteY149" fmla="*/ 173195 h 4939827"/>
              <a:gd name="connsiteX150" fmla="*/ 5952585 w 12192000"/>
              <a:gd name="connsiteY150" fmla="*/ 161012 h 4939827"/>
              <a:gd name="connsiteX151" fmla="*/ 6001964 w 12192000"/>
              <a:gd name="connsiteY151" fmla="*/ 154786 h 4939827"/>
              <a:gd name="connsiteX152" fmla="*/ 6184207 w 12192000"/>
              <a:gd name="connsiteY152" fmla="*/ 132658 h 4939827"/>
              <a:gd name="connsiteX153" fmla="*/ 6415830 w 12192000"/>
              <a:gd name="connsiteY153" fmla="*/ 136006 h 4939827"/>
              <a:gd name="connsiteX154" fmla="*/ 6756965 w 12192000"/>
              <a:gd name="connsiteY154" fmla="*/ 57636 h 4939827"/>
              <a:gd name="connsiteX155" fmla="*/ 6819400 w 12192000"/>
              <a:gd name="connsiteY155" fmla="*/ 30742 h 4939827"/>
              <a:gd name="connsiteX156" fmla="*/ 6986370 w 12192000"/>
              <a:gd name="connsiteY156" fmla="*/ 12659 h 4939827"/>
              <a:gd name="connsiteX157" fmla="*/ 6989536 w 12192000"/>
              <a:gd name="connsiteY157" fmla="*/ 14528 h 4939827"/>
              <a:gd name="connsiteX158" fmla="*/ 7015933 w 12192000"/>
              <a:gd name="connsiteY158" fmla="*/ 9653 h 4939827"/>
              <a:gd name="connsiteX159" fmla="*/ 7020592 w 12192000"/>
              <a:gd name="connsiteY159" fmla="*/ 1651 h 4939827"/>
              <a:gd name="connsiteX160" fmla="*/ 7025905 w 12192000"/>
              <a:gd name="connsiteY160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732750 w 12192000"/>
              <a:gd name="connsiteY13" fmla="*/ 145456 h 4939827"/>
              <a:gd name="connsiteX14" fmla="*/ 7785900 w 12192000"/>
              <a:gd name="connsiteY14" fmla="*/ 154493 h 4939827"/>
              <a:gd name="connsiteX15" fmla="*/ 7952584 w 12192000"/>
              <a:gd name="connsiteY15" fmla="*/ 170181 h 4939827"/>
              <a:gd name="connsiteX16" fmla="*/ 8009534 w 12192000"/>
              <a:gd name="connsiteY16" fmla="*/ 176441 h 4939827"/>
              <a:gd name="connsiteX17" fmla="*/ 8058681 w 12192000"/>
              <a:gd name="connsiteY17" fmla="*/ 219431 h 4939827"/>
              <a:gd name="connsiteX18" fmla="*/ 8126175 w 12192000"/>
              <a:gd name="connsiteY18" fmla="*/ 240005 h 4939827"/>
              <a:gd name="connsiteX19" fmla="*/ 8166439 w 12192000"/>
              <a:gd name="connsiteY19" fmla="*/ 252699 h 4939827"/>
              <a:gd name="connsiteX20" fmla="*/ 8281371 w 12192000"/>
              <a:gd name="connsiteY20" fmla="*/ 256875 h 4939827"/>
              <a:gd name="connsiteX21" fmla="*/ 8381609 w 12192000"/>
              <a:gd name="connsiteY21" fmla="*/ 240618 h 4939827"/>
              <a:gd name="connsiteX22" fmla="*/ 8406759 w 12192000"/>
              <a:gd name="connsiteY22" fmla="*/ 232517 h 4939827"/>
              <a:gd name="connsiteX23" fmla="*/ 8426506 w 12192000"/>
              <a:gd name="connsiteY23" fmla="*/ 241842 h 4939827"/>
              <a:gd name="connsiteX24" fmla="*/ 8427949 w 12192000"/>
              <a:gd name="connsiteY24" fmla="*/ 240981 h 4939827"/>
              <a:gd name="connsiteX25" fmla="*/ 8441468 w 12192000"/>
              <a:gd name="connsiteY25" fmla="*/ 241157 h 4939827"/>
              <a:gd name="connsiteX26" fmla="*/ 8565757 w 12192000"/>
              <a:gd name="connsiteY26" fmla="*/ 255317 h 4939827"/>
              <a:gd name="connsiteX27" fmla="*/ 8573171 w 12192000"/>
              <a:gd name="connsiteY27" fmla="*/ 258426 h 4939827"/>
              <a:gd name="connsiteX28" fmla="*/ 8573548 w 12192000"/>
              <a:gd name="connsiteY28" fmla="*/ 258241 h 4939827"/>
              <a:gd name="connsiteX29" fmla="*/ 8581827 w 12192000"/>
              <a:gd name="connsiteY29" fmla="*/ 261028 h 4939827"/>
              <a:gd name="connsiteX30" fmla="*/ 8586687 w 12192000"/>
              <a:gd name="connsiteY30" fmla="*/ 264089 h 4939827"/>
              <a:gd name="connsiteX31" fmla="*/ 8672650 w 12192000"/>
              <a:gd name="connsiteY31" fmla="*/ 254821 h 4939827"/>
              <a:gd name="connsiteX32" fmla="*/ 8785543 w 12192000"/>
              <a:gd name="connsiteY32" fmla="*/ 263406 h 4939827"/>
              <a:gd name="connsiteX33" fmla="*/ 8830588 w 12192000"/>
              <a:gd name="connsiteY33" fmla="*/ 265483 h 4939827"/>
              <a:gd name="connsiteX34" fmla="*/ 8905142 w 12192000"/>
              <a:gd name="connsiteY34" fmla="*/ 264958 h 4939827"/>
              <a:gd name="connsiteX35" fmla="*/ 8968582 w 12192000"/>
              <a:gd name="connsiteY35" fmla="*/ 262728 h 4939827"/>
              <a:gd name="connsiteX36" fmla="*/ 8972994 w 12192000"/>
              <a:gd name="connsiteY36" fmla="*/ 263284 h 4939827"/>
              <a:gd name="connsiteX37" fmla="*/ 9004605 w 12192000"/>
              <a:gd name="connsiteY37" fmla="*/ 258041 h 4939827"/>
              <a:gd name="connsiteX38" fmla="*/ 9016165 w 12192000"/>
              <a:gd name="connsiteY38" fmla="*/ 261258 h 4939827"/>
              <a:gd name="connsiteX39" fmla="*/ 9043297 w 12192000"/>
              <a:gd name="connsiteY39" fmla="*/ 281547 h 4939827"/>
              <a:gd name="connsiteX40" fmla="*/ 9048315 w 12192000"/>
              <a:gd name="connsiteY40" fmla="*/ 279264 h 4939827"/>
              <a:gd name="connsiteX41" fmla="*/ 9054706 w 12192000"/>
              <a:gd name="connsiteY41" fmla="*/ 278538 h 4939827"/>
              <a:gd name="connsiteX42" fmla="*/ 9070919 w 12192000"/>
              <a:gd name="connsiteY42" fmla="*/ 281810 h 4939827"/>
              <a:gd name="connsiteX43" fmla="*/ 9076813 w 12192000"/>
              <a:gd name="connsiteY43" fmla="*/ 283909 h 4939827"/>
              <a:gd name="connsiteX44" fmla="*/ 9085871 w 12192000"/>
              <a:gd name="connsiteY44" fmla="*/ 285133 h 4939827"/>
              <a:gd name="connsiteX45" fmla="*/ 9086159 w 12192000"/>
              <a:gd name="connsiteY45" fmla="*/ 284887 h 4939827"/>
              <a:gd name="connsiteX46" fmla="*/ 9134606 w 12192000"/>
              <a:gd name="connsiteY46" fmla="*/ 288168 h 4939827"/>
              <a:gd name="connsiteX47" fmla="*/ 9195590 w 12192000"/>
              <a:gd name="connsiteY47" fmla="*/ 279568 h 4939827"/>
              <a:gd name="connsiteX48" fmla="*/ 9219336 w 12192000"/>
              <a:gd name="connsiteY48" fmla="*/ 278133 h 4939827"/>
              <a:gd name="connsiteX49" fmla="*/ 9232362 w 12192000"/>
              <a:gd name="connsiteY49" fmla="*/ 275894 h 4939827"/>
              <a:gd name="connsiteX50" fmla="*/ 9233396 w 12192000"/>
              <a:gd name="connsiteY50" fmla="*/ 274803 h 4939827"/>
              <a:gd name="connsiteX51" fmla="*/ 9371484 w 12192000"/>
              <a:gd name="connsiteY51" fmla="*/ 329634 h 4939827"/>
              <a:gd name="connsiteX52" fmla="*/ 9404829 w 12192000"/>
              <a:gd name="connsiteY52" fmla="*/ 339038 h 4939827"/>
              <a:gd name="connsiteX53" fmla="*/ 9427021 w 12192000"/>
              <a:gd name="connsiteY53" fmla="*/ 358784 h 4939827"/>
              <a:gd name="connsiteX54" fmla="*/ 9670844 w 12192000"/>
              <a:gd name="connsiteY54" fmla="*/ 405128 h 4939827"/>
              <a:gd name="connsiteX55" fmla="*/ 9816083 w 12192000"/>
              <a:gd name="connsiteY55" fmla="*/ 416573 h 4939827"/>
              <a:gd name="connsiteX56" fmla="*/ 9936741 w 12192000"/>
              <a:gd name="connsiteY56" fmla="*/ 437044 h 4939827"/>
              <a:gd name="connsiteX57" fmla="*/ 10050093 w 12192000"/>
              <a:gd name="connsiteY57" fmla="*/ 443783 h 4939827"/>
              <a:gd name="connsiteX58" fmla="*/ 10130090 w 12192000"/>
              <a:gd name="connsiteY58" fmla="*/ 459520 h 4939827"/>
              <a:gd name="connsiteX59" fmla="*/ 10173456 w 12192000"/>
              <a:gd name="connsiteY59" fmla="*/ 457749 h 4939827"/>
              <a:gd name="connsiteX60" fmla="*/ 10218232 w 12192000"/>
              <a:gd name="connsiteY60" fmla="*/ 459820 h 4939827"/>
              <a:gd name="connsiteX61" fmla="*/ 10354176 w 12192000"/>
              <a:gd name="connsiteY61" fmla="*/ 471377 h 4939827"/>
              <a:gd name="connsiteX62" fmla="*/ 10430681 w 12192000"/>
              <a:gd name="connsiteY62" fmla="*/ 481226 h 4939827"/>
              <a:gd name="connsiteX63" fmla="*/ 10478169 w 12192000"/>
              <a:gd name="connsiteY63" fmla="*/ 481774 h 4939827"/>
              <a:gd name="connsiteX64" fmla="*/ 10540907 w 12192000"/>
              <a:gd name="connsiteY64" fmla="*/ 485607 h 4939827"/>
              <a:gd name="connsiteX65" fmla="*/ 10614941 w 12192000"/>
              <a:gd name="connsiteY65" fmla="*/ 487592 h 4939827"/>
              <a:gd name="connsiteX66" fmla="*/ 10674098 w 12192000"/>
              <a:gd name="connsiteY66" fmla="*/ 521656 h 4939827"/>
              <a:gd name="connsiteX67" fmla="*/ 10874834 w 12192000"/>
              <a:gd name="connsiteY67" fmla="*/ 574867 h 4939827"/>
              <a:gd name="connsiteX68" fmla="*/ 10944981 w 12192000"/>
              <a:gd name="connsiteY68" fmla="*/ 615042 h 4939827"/>
              <a:gd name="connsiteX69" fmla="*/ 11006376 w 12192000"/>
              <a:gd name="connsiteY69" fmla="*/ 645957 h 4939827"/>
              <a:gd name="connsiteX70" fmla="*/ 11076308 w 12192000"/>
              <a:gd name="connsiteY70" fmla="*/ 675698 h 4939827"/>
              <a:gd name="connsiteX71" fmla="*/ 11148789 w 12192000"/>
              <a:gd name="connsiteY71" fmla="*/ 685041 h 4939827"/>
              <a:gd name="connsiteX72" fmla="*/ 11249129 w 12192000"/>
              <a:gd name="connsiteY72" fmla="*/ 684218 h 4939827"/>
              <a:gd name="connsiteX73" fmla="*/ 11299915 w 12192000"/>
              <a:gd name="connsiteY73" fmla="*/ 692177 h 4939827"/>
              <a:gd name="connsiteX74" fmla="*/ 11386973 w 12192000"/>
              <a:gd name="connsiteY74" fmla="*/ 708209 h 4939827"/>
              <a:gd name="connsiteX75" fmla="*/ 11500105 w 12192000"/>
              <a:gd name="connsiteY75" fmla="*/ 735014 h 4939827"/>
              <a:gd name="connsiteX76" fmla="*/ 11621735 w 12192000"/>
              <a:gd name="connsiteY76" fmla="*/ 789584 h 4939827"/>
              <a:gd name="connsiteX77" fmla="*/ 11691200 w 12192000"/>
              <a:gd name="connsiteY77" fmla="*/ 867902 h 4939827"/>
              <a:gd name="connsiteX78" fmla="*/ 11819427 w 12192000"/>
              <a:gd name="connsiteY78" fmla="*/ 911634 h 4939827"/>
              <a:gd name="connsiteX79" fmla="*/ 11969720 w 12192000"/>
              <a:gd name="connsiteY79" fmla="*/ 964737 h 4939827"/>
              <a:gd name="connsiteX80" fmla="*/ 12055766 w 12192000"/>
              <a:gd name="connsiteY80" fmla="*/ 991268 h 4939827"/>
              <a:gd name="connsiteX81" fmla="*/ 12171539 w 12192000"/>
              <a:gd name="connsiteY81" fmla="*/ 995427 h 4939827"/>
              <a:gd name="connsiteX82" fmla="*/ 12187831 w 12192000"/>
              <a:gd name="connsiteY82" fmla="*/ 996580 h 4939827"/>
              <a:gd name="connsiteX83" fmla="*/ 12192000 w 12192000"/>
              <a:gd name="connsiteY83" fmla="*/ 996726 h 4939827"/>
              <a:gd name="connsiteX84" fmla="*/ 12192000 w 12192000"/>
              <a:gd name="connsiteY84" fmla="*/ 4939827 h 4939827"/>
              <a:gd name="connsiteX85" fmla="*/ 0 w 12192000"/>
              <a:gd name="connsiteY85" fmla="*/ 4939827 h 4939827"/>
              <a:gd name="connsiteX86" fmla="*/ 0 w 12192000"/>
              <a:gd name="connsiteY86" fmla="*/ 512043 h 4939827"/>
              <a:gd name="connsiteX87" fmla="*/ 7381 w 12192000"/>
              <a:gd name="connsiteY87" fmla="*/ 512580 h 4939827"/>
              <a:gd name="connsiteX88" fmla="*/ 100029 w 12192000"/>
              <a:gd name="connsiteY88" fmla="*/ 504758 h 4939827"/>
              <a:gd name="connsiteX89" fmla="*/ 155244 w 12192000"/>
              <a:gd name="connsiteY89" fmla="*/ 525130 h 4939827"/>
              <a:gd name="connsiteX90" fmla="*/ 254366 w 12192000"/>
              <a:gd name="connsiteY90" fmla="*/ 534449 h 4939827"/>
              <a:gd name="connsiteX91" fmla="*/ 447292 w 12192000"/>
              <a:gd name="connsiteY91" fmla="*/ 542725 h 4939827"/>
              <a:gd name="connsiteX92" fmla="*/ 628105 w 12192000"/>
              <a:gd name="connsiteY92" fmla="*/ 547853 h 4939827"/>
              <a:gd name="connsiteX93" fmla="*/ 783146 w 12192000"/>
              <a:gd name="connsiteY93" fmla="*/ 591799 h 4939827"/>
              <a:gd name="connsiteX94" fmla="*/ 1043676 w 12192000"/>
              <a:gd name="connsiteY94" fmla="*/ 591887 h 4939827"/>
              <a:gd name="connsiteX95" fmla="*/ 1281816 w 12192000"/>
              <a:gd name="connsiteY95" fmla="*/ 520946 h 4939827"/>
              <a:gd name="connsiteX96" fmla="*/ 1486347 w 12192000"/>
              <a:gd name="connsiteY96" fmla="*/ 487310 h 4939827"/>
              <a:gd name="connsiteX97" fmla="*/ 1568079 w 12192000"/>
              <a:gd name="connsiteY97" fmla="*/ 462531 h 4939827"/>
              <a:gd name="connsiteX98" fmla="*/ 1622516 w 12192000"/>
              <a:gd name="connsiteY98" fmla="*/ 466058 h 4939827"/>
              <a:gd name="connsiteX99" fmla="*/ 1655457 w 12192000"/>
              <a:gd name="connsiteY99" fmla="*/ 465359 h 4939827"/>
              <a:gd name="connsiteX100" fmla="*/ 1717454 w 12192000"/>
              <a:gd name="connsiteY100" fmla="*/ 417203 h 4939827"/>
              <a:gd name="connsiteX101" fmla="*/ 1913794 w 12192000"/>
              <a:gd name="connsiteY101" fmla="*/ 365255 h 4939827"/>
              <a:gd name="connsiteX102" fmla="*/ 2129762 w 12192000"/>
              <a:gd name="connsiteY102" fmla="*/ 367832 h 4939827"/>
              <a:gd name="connsiteX103" fmla="*/ 2376970 w 12192000"/>
              <a:gd name="connsiteY103" fmla="*/ 350129 h 4939827"/>
              <a:gd name="connsiteX104" fmla="*/ 2480155 w 12192000"/>
              <a:gd name="connsiteY104" fmla="*/ 359227 h 4939827"/>
              <a:gd name="connsiteX105" fmla="*/ 2586782 w 12192000"/>
              <a:gd name="connsiteY105" fmla="*/ 339352 h 4939827"/>
              <a:gd name="connsiteX106" fmla="*/ 2679617 w 12192000"/>
              <a:gd name="connsiteY106" fmla="*/ 305383 h 4939827"/>
              <a:gd name="connsiteX107" fmla="*/ 2788947 w 12192000"/>
              <a:gd name="connsiteY107" fmla="*/ 250375 h 4939827"/>
              <a:gd name="connsiteX108" fmla="*/ 2965530 w 12192000"/>
              <a:gd name="connsiteY108" fmla="*/ 245958 h 4939827"/>
              <a:gd name="connsiteX109" fmla="*/ 3103677 w 12192000"/>
              <a:gd name="connsiteY109" fmla="*/ 209527 h 4939827"/>
              <a:gd name="connsiteX110" fmla="*/ 3126759 w 12192000"/>
              <a:gd name="connsiteY110" fmla="*/ 211226 h 4939827"/>
              <a:gd name="connsiteX111" fmla="*/ 3164020 w 12192000"/>
              <a:gd name="connsiteY111" fmla="*/ 212779 h 4939827"/>
              <a:gd name="connsiteX112" fmla="*/ 3285019 w 12192000"/>
              <a:gd name="connsiteY112" fmla="*/ 220535 h 4939827"/>
              <a:gd name="connsiteX113" fmla="*/ 3365154 w 12192000"/>
              <a:gd name="connsiteY113" fmla="*/ 226416 h 4939827"/>
              <a:gd name="connsiteX114" fmla="*/ 3367507 w 12192000"/>
              <a:gd name="connsiteY114" fmla="*/ 225416 h 4939827"/>
              <a:gd name="connsiteX115" fmla="*/ 3387567 w 12192000"/>
              <a:gd name="connsiteY115" fmla="*/ 227103 h 4939827"/>
              <a:gd name="connsiteX116" fmla="*/ 3498001 w 12192000"/>
              <a:gd name="connsiteY116" fmla="*/ 231941 h 4939827"/>
              <a:gd name="connsiteX117" fmla="*/ 3561557 w 12192000"/>
              <a:gd name="connsiteY117" fmla="*/ 228095 h 4939827"/>
              <a:gd name="connsiteX118" fmla="*/ 3611920 w 12192000"/>
              <a:gd name="connsiteY118" fmla="*/ 218094 h 4939827"/>
              <a:gd name="connsiteX119" fmla="*/ 3620528 w 12192000"/>
              <a:gd name="connsiteY119" fmla="*/ 218788 h 4939827"/>
              <a:gd name="connsiteX120" fmla="*/ 3620766 w 12192000"/>
              <a:gd name="connsiteY120" fmla="*/ 218511 h 4939827"/>
              <a:gd name="connsiteX121" fmla="*/ 3629977 w 12192000"/>
              <a:gd name="connsiteY121" fmla="*/ 218664 h 4939827"/>
              <a:gd name="connsiteX122" fmla="*/ 3636217 w 12192000"/>
              <a:gd name="connsiteY122" fmla="*/ 220048 h 4939827"/>
              <a:gd name="connsiteX123" fmla="*/ 3709484 w 12192000"/>
              <a:gd name="connsiteY123" fmla="*/ 186927 h 4939827"/>
              <a:gd name="connsiteX124" fmla="*/ 3761342 w 12192000"/>
              <a:gd name="connsiteY124" fmla="*/ 177474 h 4939827"/>
              <a:gd name="connsiteX125" fmla="*/ 3799748 w 12192000"/>
              <a:gd name="connsiteY125" fmla="*/ 167154 h 4939827"/>
              <a:gd name="connsiteX126" fmla="*/ 3922756 w 12192000"/>
              <a:gd name="connsiteY126" fmla="*/ 194044 h 4939827"/>
              <a:gd name="connsiteX127" fmla="*/ 4028476 w 12192000"/>
              <a:gd name="connsiteY127" fmla="*/ 223679 h 4939827"/>
              <a:gd name="connsiteX128" fmla="*/ 4191582 w 12192000"/>
              <a:gd name="connsiteY128" fmla="*/ 238952 h 4939827"/>
              <a:gd name="connsiteX129" fmla="*/ 4251024 w 12192000"/>
              <a:gd name="connsiteY129" fmla="*/ 240874 h 4939827"/>
              <a:gd name="connsiteX130" fmla="*/ 4355275 w 12192000"/>
              <a:gd name="connsiteY130" fmla="*/ 260205 h 4939827"/>
              <a:gd name="connsiteX131" fmla="*/ 4423807 w 12192000"/>
              <a:gd name="connsiteY131" fmla="*/ 270366 h 4939827"/>
              <a:gd name="connsiteX132" fmla="*/ 4558432 w 12192000"/>
              <a:gd name="connsiteY132" fmla="*/ 269194 h 4939827"/>
              <a:gd name="connsiteX133" fmla="*/ 4635061 w 12192000"/>
              <a:gd name="connsiteY133" fmla="*/ 280682 h 4939827"/>
              <a:gd name="connsiteX134" fmla="*/ 4807427 w 12192000"/>
              <a:gd name="connsiteY134" fmla="*/ 276835 h 4939827"/>
              <a:gd name="connsiteX135" fmla="*/ 5028933 w 12192000"/>
              <a:gd name="connsiteY135" fmla="*/ 183887 h 4939827"/>
              <a:gd name="connsiteX136" fmla="*/ 5093642 w 12192000"/>
              <a:gd name="connsiteY136" fmla="*/ 177214 h 4939827"/>
              <a:gd name="connsiteX137" fmla="*/ 5102642 w 12192000"/>
              <a:gd name="connsiteY137" fmla="*/ 186816 h 4939827"/>
              <a:gd name="connsiteX138" fmla="*/ 5193590 w 12192000"/>
              <a:gd name="connsiteY138" fmla="*/ 156458 h 4939827"/>
              <a:gd name="connsiteX139" fmla="*/ 5323922 w 12192000"/>
              <a:gd name="connsiteY139" fmla="*/ 146332 h 4939827"/>
              <a:gd name="connsiteX140" fmla="*/ 5421860 w 12192000"/>
              <a:gd name="connsiteY140" fmla="*/ 167298 h 4939827"/>
              <a:gd name="connsiteX141" fmla="*/ 5476948 w 12192000"/>
              <a:gd name="connsiteY141" fmla="*/ 173249 h 4939827"/>
              <a:gd name="connsiteX142" fmla="*/ 5516842 w 12192000"/>
              <a:gd name="connsiteY142" fmla="*/ 184018 h 4939827"/>
              <a:gd name="connsiteX143" fmla="*/ 5619415 w 12192000"/>
              <a:gd name="connsiteY143" fmla="*/ 176781 h 4939827"/>
              <a:gd name="connsiteX144" fmla="*/ 5789867 w 12192000"/>
              <a:gd name="connsiteY144" fmla="*/ 150304 h 4939827"/>
              <a:gd name="connsiteX145" fmla="*/ 5825953 w 12192000"/>
              <a:gd name="connsiteY145" fmla="*/ 147907 h 4939827"/>
              <a:gd name="connsiteX146" fmla="*/ 5856168 w 12192000"/>
              <a:gd name="connsiteY146" fmla="*/ 158719 h 4939827"/>
              <a:gd name="connsiteX147" fmla="*/ 5862476 w 12192000"/>
              <a:gd name="connsiteY147" fmla="*/ 172447 h 4939827"/>
              <a:gd name="connsiteX148" fmla="*/ 5882195 w 12192000"/>
              <a:gd name="connsiteY148" fmla="*/ 173195 h 4939827"/>
              <a:gd name="connsiteX149" fmla="*/ 5952585 w 12192000"/>
              <a:gd name="connsiteY149" fmla="*/ 161012 h 4939827"/>
              <a:gd name="connsiteX150" fmla="*/ 6001964 w 12192000"/>
              <a:gd name="connsiteY150" fmla="*/ 154786 h 4939827"/>
              <a:gd name="connsiteX151" fmla="*/ 6184207 w 12192000"/>
              <a:gd name="connsiteY151" fmla="*/ 132658 h 4939827"/>
              <a:gd name="connsiteX152" fmla="*/ 6415830 w 12192000"/>
              <a:gd name="connsiteY152" fmla="*/ 136006 h 4939827"/>
              <a:gd name="connsiteX153" fmla="*/ 6756965 w 12192000"/>
              <a:gd name="connsiteY153" fmla="*/ 57636 h 4939827"/>
              <a:gd name="connsiteX154" fmla="*/ 6819400 w 12192000"/>
              <a:gd name="connsiteY154" fmla="*/ 30742 h 4939827"/>
              <a:gd name="connsiteX155" fmla="*/ 6986370 w 12192000"/>
              <a:gd name="connsiteY155" fmla="*/ 12659 h 4939827"/>
              <a:gd name="connsiteX156" fmla="*/ 6989536 w 12192000"/>
              <a:gd name="connsiteY156" fmla="*/ 14528 h 4939827"/>
              <a:gd name="connsiteX157" fmla="*/ 7015933 w 12192000"/>
              <a:gd name="connsiteY157" fmla="*/ 9653 h 4939827"/>
              <a:gd name="connsiteX158" fmla="*/ 7020592 w 12192000"/>
              <a:gd name="connsiteY158" fmla="*/ 1651 h 4939827"/>
              <a:gd name="connsiteX159" fmla="*/ 7025905 w 12192000"/>
              <a:gd name="connsiteY159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732750 w 12192000"/>
              <a:gd name="connsiteY13" fmla="*/ 145456 h 4939827"/>
              <a:gd name="connsiteX14" fmla="*/ 7785900 w 12192000"/>
              <a:gd name="connsiteY14" fmla="*/ 154493 h 4939827"/>
              <a:gd name="connsiteX15" fmla="*/ 7952584 w 12192000"/>
              <a:gd name="connsiteY15" fmla="*/ 170181 h 4939827"/>
              <a:gd name="connsiteX16" fmla="*/ 8009534 w 12192000"/>
              <a:gd name="connsiteY16" fmla="*/ 176441 h 4939827"/>
              <a:gd name="connsiteX17" fmla="*/ 8058681 w 12192000"/>
              <a:gd name="connsiteY17" fmla="*/ 219431 h 4939827"/>
              <a:gd name="connsiteX18" fmla="*/ 8126175 w 12192000"/>
              <a:gd name="connsiteY18" fmla="*/ 240005 h 4939827"/>
              <a:gd name="connsiteX19" fmla="*/ 8166439 w 12192000"/>
              <a:gd name="connsiteY19" fmla="*/ 252699 h 4939827"/>
              <a:gd name="connsiteX20" fmla="*/ 8281371 w 12192000"/>
              <a:gd name="connsiteY20" fmla="*/ 256875 h 4939827"/>
              <a:gd name="connsiteX21" fmla="*/ 8381609 w 12192000"/>
              <a:gd name="connsiteY21" fmla="*/ 240618 h 4939827"/>
              <a:gd name="connsiteX22" fmla="*/ 8406759 w 12192000"/>
              <a:gd name="connsiteY22" fmla="*/ 232517 h 4939827"/>
              <a:gd name="connsiteX23" fmla="*/ 8426506 w 12192000"/>
              <a:gd name="connsiteY23" fmla="*/ 241842 h 4939827"/>
              <a:gd name="connsiteX24" fmla="*/ 8427949 w 12192000"/>
              <a:gd name="connsiteY24" fmla="*/ 240981 h 4939827"/>
              <a:gd name="connsiteX25" fmla="*/ 8441468 w 12192000"/>
              <a:gd name="connsiteY25" fmla="*/ 241157 h 4939827"/>
              <a:gd name="connsiteX26" fmla="*/ 8565757 w 12192000"/>
              <a:gd name="connsiteY26" fmla="*/ 255317 h 4939827"/>
              <a:gd name="connsiteX27" fmla="*/ 8573171 w 12192000"/>
              <a:gd name="connsiteY27" fmla="*/ 258426 h 4939827"/>
              <a:gd name="connsiteX28" fmla="*/ 8573548 w 12192000"/>
              <a:gd name="connsiteY28" fmla="*/ 258241 h 4939827"/>
              <a:gd name="connsiteX29" fmla="*/ 8581827 w 12192000"/>
              <a:gd name="connsiteY29" fmla="*/ 261028 h 4939827"/>
              <a:gd name="connsiteX30" fmla="*/ 8586687 w 12192000"/>
              <a:gd name="connsiteY30" fmla="*/ 264089 h 4939827"/>
              <a:gd name="connsiteX31" fmla="*/ 8672650 w 12192000"/>
              <a:gd name="connsiteY31" fmla="*/ 254821 h 4939827"/>
              <a:gd name="connsiteX32" fmla="*/ 8785543 w 12192000"/>
              <a:gd name="connsiteY32" fmla="*/ 263406 h 4939827"/>
              <a:gd name="connsiteX33" fmla="*/ 8830588 w 12192000"/>
              <a:gd name="connsiteY33" fmla="*/ 265483 h 4939827"/>
              <a:gd name="connsiteX34" fmla="*/ 8905142 w 12192000"/>
              <a:gd name="connsiteY34" fmla="*/ 264958 h 4939827"/>
              <a:gd name="connsiteX35" fmla="*/ 8968582 w 12192000"/>
              <a:gd name="connsiteY35" fmla="*/ 262728 h 4939827"/>
              <a:gd name="connsiteX36" fmla="*/ 8972994 w 12192000"/>
              <a:gd name="connsiteY36" fmla="*/ 263284 h 4939827"/>
              <a:gd name="connsiteX37" fmla="*/ 9004605 w 12192000"/>
              <a:gd name="connsiteY37" fmla="*/ 258041 h 4939827"/>
              <a:gd name="connsiteX38" fmla="*/ 9016165 w 12192000"/>
              <a:gd name="connsiteY38" fmla="*/ 261258 h 4939827"/>
              <a:gd name="connsiteX39" fmla="*/ 9043297 w 12192000"/>
              <a:gd name="connsiteY39" fmla="*/ 281547 h 4939827"/>
              <a:gd name="connsiteX40" fmla="*/ 9048315 w 12192000"/>
              <a:gd name="connsiteY40" fmla="*/ 279264 h 4939827"/>
              <a:gd name="connsiteX41" fmla="*/ 9054706 w 12192000"/>
              <a:gd name="connsiteY41" fmla="*/ 278538 h 4939827"/>
              <a:gd name="connsiteX42" fmla="*/ 9070919 w 12192000"/>
              <a:gd name="connsiteY42" fmla="*/ 281810 h 4939827"/>
              <a:gd name="connsiteX43" fmla="*/ 9076813 w 12192000"/>
              <a:gd name="connsiteY43" fmla="*/ 283909 h 4939827"/>
              <a:gd name="connsiteX44" fmla="*/ 9085871 w 12192000"/>
              <a:gd name="connsiteY44" fmla="*/ 285133 h 4939827"/>
              <a:gd name="connsiteX45" fmla="*/ 9086159 w 12192000"/>
              <a:gd name="connsiteY45" fmla="*/ 284887 h 4939827"/>
              <a:gd name="connsiteX46" fmla="*/ 9134606 w 12192000"/>
              <a:gd name="connsiteY46" fmla="*/ 288168 h 4939827"/>
              <a:gd name="connsiteX47" fmla="*/ 9195590 w 12192000"/>
              <a:gd name="connsiteY47" fmla="*/ 279568 h 4939827"/>
              <a:gd name="connsiteX48" fmla="*/ 9219336 w 12192000"/>
              <a:gd name="connsiteY48" fmla="*/ 278133 h 4939827"/>
              <a:gd name="connsiteX49" fmla="*/ 9232362 w 12192000"/>
              <a:gd name="connsiteY49" fmla="*/ 275894 h 4939827"/>
              <a:gd name="connsiteX50" fmla="*/ 9283638 w 12192000"/>
              <a:gd name="connsiteY50" fmla="*/ 299924 h 4939827"/>
              <a:gd name="connsiteX51" fmla="*/ 9371484 w 12192000"/>
              <a:gd name="connsiteY51" fmla="*/ 329634 h 4939827"/>
              <a:gd name="connsiteX52" fmla="*/ 9404829 w 12192000"/>
              <a:gd name="connsiteY52" fmla="*/ 339038 h 4939827"/>
              <a:gd name="connsiteX53" fmla="*/ 9427021 w 12192000"/>
              <a:gd name="connsiteY53" fmla="*/ 358784 h 4939827"/>
              <a:gd name="connsiteX54" fmla="*/ 9670844 w 12192000"/>
              <a:gd name="connsiteY54" fmla="*/ 405128 h 4939827"/>
              <a:gd name="connsiteX55" fmla="*/ 9816083 w 12192000"/>
              <a:gd name="connsiteY55" fmla="*/ 416573 h 4939827"/>
              <a:gd name="connsiteX56" fmla="*/ 9936741 w 12192000"/>
              <a:gd name="connsiteY56" fmla="*/ 437044 h 4939827"/>
              <a:gd name="connsiteX57" fmla="*/ 10050093 w 12192000"/>
              <a:gd name="connsiteY57" fmla="*/ 443783 h 4939827"/>
              <a:gd name="connsiteX58" fmla="*/ 10130090 w 12192000"/>
              <a:gd name="connsiteY58" fmla="*/ 459520 h 4939827"/>
              <a:gd name="connsiteX59" fmla="*/ 10173456 w 12192000"/>
              <a:gd name="connsiteY59" fmla="*/ 457749 h 4939827"/>
              <a:gd name="connsiteX60" fmla="*/ 10218232 w 12192000"/>
              <a:gd name="connsiteY60" fmla="*/ 459820 h 4939827"/>
              <a:gd name="connsiteX61" fmla="*/ 10354176 w 12192000"/>
              <a:gd name="connsiteY61" fmla="*/ 471377 h 4939827"/>
              <a:gd name="connsiteX62" fmla="*/ 10430681 w 12192000"/>
              <a:gd name="connsiteY62" fmla="*/ 481226 h 4939827"/>
              <a:gd name="connsiteX63" fmla="*/ 10478169 w 12192000"/>
              <a:gd name="connsiteY63" fmla="*/ 481774 h 4939827"/>
              <a:gd name="connsiteX64" fmla="*/ 10540907 w 12192000"/>
              <a:gd name="connsiteY64" fmla="*/ 485607 h 4939827"/>
              <a:gd name="connsiteX65" fmla="*/ 10614941 w 12192000"/>
              <a:gd name="connsiteY65" fmla="*/ 487592 h 4939827"/>
              <a:gd name="connsiteX66" fmla="*/ 10674098 w 12192000"/>
              <a:gd name="connsiteY66" fmla="*/ 521656 h 4939827"/>
              <a:gd name="connsiteX67" fmla="*/ 10874834 w 12192000"/>
              <a:gd name="connsiteY67" fmla="*/ 574867 h 4939827"/>
              <a:gd name="connsiteX68" fmla="*/ 10944981 w 12192000"/>
              <a:gd name="connsiteY68" fmla="*/ 615042 h 4939827"/>
              <a:gd name="connsiteX69" fmla="*/ 11006376 w 12192000"/>
              <a:gd name="connsiteY69" fmla="*/ 645957 h 4939827"/>
              <a:gd name="connsiteX70" fmla="*/ 11076308 w 12192000"/>
              <a:gd name="connsiteY70" fmla="*/ 675698 h 4939827"/>
              <a:gd name="connsiteX71" fmla="*/ 11148789 w 12192000"/>
              <a:gd name="connsiteY71" fmla="*/ 685041 h 4939827"/>
              <a:gd name="connsiteX72" fmla="*/ 11249129 w 12192000"/>
              <a:gd name="connsiteY72" fmla="*/ 684218 h 4939827"/>
              <a:gd name="connsiteX73" fmla="*/ 11299915 w 12192000"/>
              <a:gd name="connsiteY73" fmla="*/ 692177 h 4939827"/>
              <a:gd name="connsiteX74" fmla="*/ 11386973 w 12192000"/>
              <a:gd name="connsiteY74" fmla="*/ 708209 h 4939827"/>
              <a:gd name="connsiteX75" fmla="*/ 11500105 w 12192000"/>
              <a:gd name="connsiteY75" fmla="*/ 735014 h 4939827"/>
              <a:gd name="connsiteX76" fmla="*/ 11621735 w 12192000"/>
              <a:gd name="connsiteY76" fmla="*/ 789584 h 4939827"/>
              <a:gd name="connsiteX77" fmla="*/ 11691200 w 12192000"/>
              <a:gd name="connsiteY77" fmla="*/ 867902 h 4939827"/>
              <a:gd name="connsiteX78" fmla="*/ 11819427 w 12192000"/>
              <a:gd name="connsiteY78" fmla="*/ 911634 h 4939827"/>
              <a:gd name="connsiteX79" fmla="*/ 11969720 w 12192000"/>
              <a:gd name="connsiteY79" fmla="*/ 964737 h 4939827"/>
              <a:gd name="connsiteX80" fmla="*/ 12055766 w 12192000"/>
              <a:gd name="connsiteY80" fmla="*/ 991268 h 4939827"/>
              <a:gd name="connsiteX81" fmla="*/ 12171539 w 12192000"/>
              <a:gd name="connsiteY81" fmla="*/ 995427 h 4939827"/>
              <a:gd name="connsiteX82" fmla="*/ 12187831 w 12192000"/>
              <a:gd name="connsiteY82" fmla="*/ 996580 h 4939827"/>
              <a:gd name="connsiteX83" fmla="*/ 12192000 w 12192000"/>
              <a:gd name="connsiteY83" fmla="*/ 996726 h 4939827"/>
              <a:gd name="connsiteX84" fmla="*/ 12192000 w 12192000"/>
              <a:gd name="connsiteY84" fmla="*/ 4939827 h 4939827"/>
              <a:gd name="connsiteX85" fmla="*/ 0 w 12192000"/>
              <a:gd name="connsiteY85" fmla="*/ 4939827 h 4939827"/>
              <a:gd name="connsiteX86" fmla="*/ 0 w 12192000"/>
              <a:gd name="connsiteY86" fmla="*/ 512043 h 4939827"/>
              <a:gd name="connsiteX87" fmla="*/ 7381 w 12192000"/>
              <a:gd name="connsiteY87" fmla="*/ 512580 h 4939827"/>
              <a:gd name="connsiteX88" fmla="*/ 100029 w 12192000"/>
              <a:gd name="connsiteY88" fmla="*/ 504758 h 4939827"/>
              <a:gd name="connsiteX89" fmla="*/ 155244 w 12192000"/>
              <a:gd name="connsiteY89" fmla="*/ 525130 h 4939827"/>
              <a:gd name="connsiteX90" fmla="*/ 254366 w 12192000"/>
              <a:gd name="connsiteY90" fmla="*/ 534449 h 4939827"/>
              <a:gd name="connsiteX91" fmla="*/ 447292 w 12192000"/>
              <a:gd name="connsiteY91" fmla="*/ 542725 h 4939827"/>
              <a:gd name="connsiteX92" fmla="*/ 628105 w 12192000"/>
              <a:gd name="connsiteY92" fmla="*/ 547853 h 4939827"/>
              <a:gd name="connsiteX93" fmla="*/ 783146 w 12192000"/>
              <a:gd name="connsiteY93" fmla="*/ 591799 h 4939827"/>
              <a:gd name="connsiteX94" fmla="*/ 1043676 w 12192000"/>
              <a:gd name="connsiteY94" fmla="*/ 591887 h 4939827"/>
              <a:gd name="connsiteX95" fmla="*/ 1281816 w 12192000"/>
              <a:gd name="connsiteY95" fmla="*/ 520946 h 4939827"/>
              <a:gd name="connsiteX96" fmla="*/ 1486347 w 12192000"/>
              <a:gd name="connsiteY96" fmla="*/ 487310 h 4939827"/>
              <a:gd name="connsiteX97" fmla="*/ 1568079 w 12192000"/>
              <a:gd name="connsiteY97" fmla="*/ 462531 h 4939827"/>
              <a:gd name="connsiteX98" fmla="*/ 1622516 w 12192000"/>
              <a:gd name="connsiteY98" fmla="*/ 466058 h 4939827"/>
              <a:gd name="connsiteX99" fmla="*/ 1655457 w 12192000"/>
              <a:gd name="connsiteY99" fmla="*/ 465359 h 4939827"/>
              <a:gd name="connsiteX100" fmla="*/ 1717454 w 12192000"/>
              <a:gd name="connsiteY100" fmla="*/ 417203 h 4939827"/>
              <a:gd name="connsiteX101" fmla="*/ 1913794 w 12192000"/>
              <a:gd name="connsiteY101" fmla="*/ 365255 h 4939827"/>
              <a:gd name="connsiteX102" fmla="*/ 2129762 w 12192000"/>
              <a:gd name="connsiteY102" fmla="*/ 367832 h 4939827"/>
              <a:gd name="connsiteX103" fmla="*/ 2376970 w 12192000"/>
              <a:gd name="connsiteY103" fmla="*/ 350129 h 4939827"/>
              <a:gd name="connsiteX104" fmla="*/ 2480155 w 12192000"/>
              <a:gd name="connsiteY104" fmla="*/ 359227 h 4939827"/>
              <a:gd name="connsiteX105" fmla="*/ 2586782 w 12192000"/>
              <a:gd name="connsiteY105" fmla="*/ 339352 h 4939827"/>
              <a:gd name="connsiteX106" fmla="*/ 2679617 w 12192000"/>
              <a:gd name="connsiteY106" fmla="*/ 305383 h 4939827"/>
              <a:gd name="connsiteX107" fmla="*/ 2788947 w 12192000"/>
              <a:gd name="connsiteY107" fmla="*/ 250375 h 4939827"/>
              <a:gd name="connsiteX108" fmla="*/ 2965530 w 12192000"/>
              <a:gd name="connsiteY108" fmla="*/ 245958 h 4939827"/>
              <a:gd name="connsiteX109" fmla="*/ 3103677 w 12192000"/>
              <a:gd name="connsiteY109" fmla="*/ 209527 h 4939827"/>
              <a:gd name="connsiteX110" fmla="*/ 3126759 w 12192000"/>
              <a:gd name="connsiteY110" fmla="*/ 211226 h 4939827"/>
              <a:gd name="connsiteX111" fmla="*/ 3164020 w 12192000"/>
              <a:gd name="connsiteY111" fmla="*/ 212779 h 4939827"/>
              <a:gd name="connsiteX112" fmla="*/ 3285019 w 12192000"/>
              <a:gd name="connsiteY112" fmla="*/ 220535 h 4939827"/>
              <a:gd name="connsiteX113" fmla="*/ 3365154 w 12192000"/>
              <a:gd name="connsiteY113" fmla="*/ 226416 h 4939827"/>
              <a:gd name="connsiteX114" fmla="*/ 3367507 w 12192000"/>
              <a:gd name="connsiteY114" fmla="*/ 225416 h 4939827"/>
              <a:gd name="connsiteX115" fmla="*/ 3387567 w 12192000"/>
              <a:gd name="connsiteY115" fmla="*/ 227103 h 4939827"/>
              <a:gd name="connsiteX116" fmla="*/ 3498001 w 12192000"/>
              <a:gd name="connsiteY116" fmla="*/ 231941 h 4939827"/>
              <a:gd name="connsiteX117" fmla="*/ 3561557 w 12192000"/>
              <a:gd name="connsiteY117" fmla="*/ 228095 h 4939827"/>
              <a:gd name="connsiteX118" fmla="*/ 3611920 w 12192000"/>
              <a:gd name="connsiteY118" fmla="*/ 218094 h 4939827"/>
              <a:gd name="connsiteX119" fmla="*/ 3620528 w 12192000"/>
              <a:gd name="connsiteY119" fmla="*/ 218788 h 4939827"/>
              <a:gd name="connsiteX120" fmla="*/ 3620766 w 12192000"/>
              <a:gd name="connsiteY120" fmla="*/ 218511 h 4939827"/>
              <a:gd name="connsiteX121" fmla="*/ 3629977 w 12192000"/>
              <a:gd name="connsiteY121" fmla="*/ 218664 h 4939827"/>
              <a:gd name="connsiteX122" fmla="*/ 3636217 w 12192000"/>
              <a:gd name="connsiteY122" fmla="*/ 220048 h 4939827"/>
              <a:gd name="connsiteX123" fmla="*/ 3709484 w 12192000"/>
              <a:gd name="connsiteY123" fmla="*/ 186927 h 4939827"/>
              <a:gd name="connsiteX124" fmla="*/ 3761342 w 12192000"/>
              <a:gd name="connsiteY124" fmla="*/ 177474 h 4939827"/>
              <a:gd name="connsiteX125" fmla="*/ 3799748 w 12192000"/>
              <a:gd name="connsiteY125" fmla="*/ 167154 h 4939827"/>
              <a:gd name="connsiteX126" fmla="*/ 3922756 w 12192000"/>
              <a:gd name="connsiteY126" fmla="*/ 194044 h 4939827"/>
              <a:gd name="connsiteX127" fmla="*/ 4028476 w 12192000"/>
              <a:gd name="connsiteY127" fmla="*/ 223679 h 4939827"/>
              <a:gd name="connsiteX128" fmla="*/ 4191582 w 12192000"/>
              <a:gd name="connsiteY128" fmla="*/ 238952 h 4939827"/>
              <a:gd name="connsiteX129" fmla="*/ 4251024 w 12192000"/>
              <a:gd name="connsiteY129" fmla="*/ 240874 h 4939827"/>
              <a:gd name="connsiteX130" fmla="*/ 4355275 w 12192000"/>
              <a:gd name="connsiteY130" fmla="*/ 260205 h 4939827"/>
              <a:gd name="connsiteX131" fmla="*/ 4423807 w 12192000"/>
              <a:gd name="connsiteY131" fmla="*/ 270366 h 4939827"/>
              <a:gd name="connsiteX132" fmla="*/ 4558432 w 12192000"/>
              <a:gd name="connsiteY132" fmla="*/ 269194 h 4939827"/>
              <a:gd name="connsiteX133" fmla="*/ 4635061 w 12192000"/>
              <a:gd name="connsiteY133" fmla="*/ 280682 h 4939827"/>
              <a:gd name="connsiteX134" fmla="*/ 4807427 w 12192000"/>
              <a:gd name="connsiteY134" fmla="*/ 276835 h 4939827"/>
              <a:gd name="connsiteX135" fmla="*/ 5028933 w 12192000"/>
              <a:gd name="connsiteY135" fmla="*/ 183887 h 4939827"/>
              <a:gd name="connsiteX136" fmla="*/ 5093642 w 12192000"/>
              <a:gd name="connsiteY136" fmla="*/ 177214 h 4939827"/>
              <a:gd name="connsiteX137" fmla="*/ 5102642 w 12192000"/>
              <a:gd name="connsiteY137" fmla="*/ 186816 h 4939827"/>
              <a:gd name="connsiteX138" fmla="*/ 5193590 w 12192000"/>
              <a:gd name="connsiteY138" fmla="*/ 156458 h 4939827"/>
              <a:gd name="connsiteX139" fmla="*/ 5323922 w 12192000"/>
              <a:gd name="connsiteY139" fmla="*/ 146332 h 4939827"/>
              <a:gd name="connsiteX140" fmla="*/ 5421860 w 12192000"/>
              <a:gd name="connsiteY140" fmla="*/ 167298 h 4939827"/>
              <a:gd name="connsiteX141" fmla="*/ 5476948 w 12192000"/>
              <a:gd name="connsiteY141" fmla="*/ 173249 h 4939827"/>
              <a:gd name="connsiteX142" fmla="*/ 5516842 w 12192000"/>
              <a:gd name="connsiteY142" fmla="*/ 184018 h 4939827"/>
              <a:gd name="connsiteX143" fmla="*/ 5619415 w 12192000"/>
              <a:gd name="connsiteY143" fmla="*/ 176781 h 4939827"/>
              <a:gd name="connsiteX144" fmla="*/ 5789867 w 12192000"/>
              <a:gd name="connsiteY144" fmla="*/ 150304 h 4939827"/>
              <a:gd name="connsiteX145" fmla="*/ 5825953 w 12192000"/>
              <a:gd name="connsiteY145" fmla="*/ 147907 h 4939827"/>
              <a:gd name="connsiteX146" fmla="*/ 5856168 w 12192000"/>
              <a:gd name="connsiteY146" fmla="*/ 158719 h 4939827"/>
              <a:gd name="connsiteX147" fmla="*/ 5862476 w 12192000"/>
              <a:gd name="connsiteY147" fmla="*/ 172447 h 4939827"/>
              <a:gd name="connsiteX148" fmla="*/ 5882195 w 12192000"/>
              <a:gd name="connsiteY148" fmla="*/ 173195 h 4939827"/>
              <a:gd name="connsiteX149" fmla="*/ 5952585 w 12192000"/>
              <a:gd name="connsiteY149" fmla="*/ 161012 h 4939827"/>
              <a:gd name="connsiteX150" fmla="*/ 6001964 w 12192000"/>
              <a:gd name="connsiteY150" fmla="*/ 154786 h 4939827"/>
              <a:gd name="connsiteX151" fmla="*/ 6184207 w 12192000"/>
              <a:gd name="connsiteY151" fmla="*/ 132658 h 4939827"/>
              <a:gd name="connsiteX152" fmla="*/ 6415830 w 12192000"/>
              <a:gd name="connsiteY152" fmla="*/ 136006 h 4939827"/>
              <a:gd name="connsiteX153" fmla="*/ 6756965 w 12192000"/>
              <a:gd name="connsiteY153" fmla="*/ 57636 h 4939827"/>
              <a:gd name="connsiteX154" fmla="*/ 6819400 w 12192000"/>
              <a:gd name="connsiteY154" fmla="*/ 30742 h 4939827"/>
              <a:gd name="connsiteX155" fmla="*/ 6986370 w 12192000"/>
              <a:gd name="connsiteY155" fmla="*/ 12659 h 4939827"/>
              <a:gd name="connsiteX156" fmla="*/ 6989536 w 12192000"/>
              <a:gd name="connsiteY156" fmla="*/ 14528 h 4939827"/>
              <a:gd name="connsiteX157" fmla="*/ 7015933 w 12192000"/>
              <a:gd name="connsiteY157" fmla="*/ 9653 h 4939827"/>
              <a:gd name="connsiteX158" fmla="*/ 7020592 w 12192000"/>
              <a:gd name="connsiteY158" fmla="*/ 1651 h 4939827"/>
              <a:gd name="connsiteX159" fmla="*/ 7025905 w 12192000"/>
              <a:gd name="connsiteY159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732750 w 12192000"/>
              <a:gd name="connsiteY13" fmla="*/ 145456 h 4939827"/>
              <a:gd name="connsiteX14" fmla="*/ 7785900 w 12192000"/>
              <a:gd name="connsiteY14" fmla="*/ 154493 h 4939827"/>
              <a:gd name="connsiteX15" fmla="*/ 7952584 w 12192000"/>
              <a:gd name="connsiteY15" fmla="*/ 170181 h 4939827"/>
              <a:gd name="connsiteX16" fmla="*/ 8009534 w 12192000"/>
              <a:gd name="connsiteY16" fmla="*/ 176441 h 4939827"/>
              <a:gd name="connsiteX17" fmla="*/ 8058681 w 12192000"/>
              <a:gd name="connsiteY17" fmla="*/ 219431 h 4939827"/>
              <a:gd name="connsiteX18" fmla="*/ 8126175 w 12192000"/>
              <a:gd name="connsiteY18" fmla="*/ 240005 h 4939827"/>
              <a:gd name="connsiteX19" fmla="*/ 8166439 w 12192000"/>
              <a:gd name="connsiteY19" fmla="*/ 252699 h 4939827"/>
              <a:gd name="connsiteX20" fmla="*/ 8281371 w 12192000"/>
              <a:gd name="connsiteY20" fmla="*/ 256875 h 4939827"/>
              <a:gd name="connsiteX21" fmla="*/ 8381609 w 12192000"/>
              <a:gd name="connsiteY21" fmla="*/ 240618 h 4939827"/>
              <a:gd name="connsiteX22" fmla="*/ 8406759 w 12192000"/>
              <a:gd name="connsiteY22" fmla="*/ 232517 h 4939827"/>
              <a:gd name="connsiteX23" fmla="*/ 8426506 w 12192000"/>
              <a:gd name="connsiteY23" fmla="*/ 241842 h 4939827"/>
              <a:gd name="connsiteX24" fmla="*/ 8427949 w 12192000"/>
              <a:gd name="connsiteY24" fmla="*/ 240981 h 4939827"/>
              <a:gd name="connsiteX25" fmla="*/ 8441468 w 12192000"/>
              <a:gd name="connsiteY25" fmla="*/ 241157 h 4939827"/>
              <a:gd name="connsiteX26" fmla="*/ 8565757 w 12192000"/>
              <a:gd name="connsiteY26" fmla="*/ 255317 h 4939827"/>
              <a:gd name="connsiteX27" fmla="*/ 8573171 w 12192000"/>
              <a:gd name="connsiteY27" fmla="*/ 258426 h 4939827"/>
              <a:gd name="connsiteX28" fmla="*/ 8573548 w 12192000"/>
              <a:gd name="connsiteY28" fmla="*/ 258241 h 4939827"/>
              <a:gd name="connsiteX29" fmla="*/ 8581827 w 12192000"/>
              <a:gd name="connsiteY29" fmla="*/ 261028 h 4939827"/>
              <a:gd name="connsiteX30" fmla="*/ 8672650 w 12192000"/>
              <a:gd name="connsiteY30" fmla="*/ 254821 h 4939827"/>
              <a:gd name="connsiteX31" fmla="*/ 8785543 w 12192000"/>
              <a:gd name="connsiteY31" fmla="*/ 263406 h 4939827"/>
              <a:gd name="connsiteX32" fmla="*/ 8830588 w 12192000"/>
              <a:gd name="connsiteY32" fmla="*/ 265483 h 4939827"/>
              <a:gd name="connsiteX33" fmla="*/ 8905142 w 12192000"/>
              <a:gd name="connsiteY33" fmla="*/ 264958 h 4939827"/>
              <a:gd name="connsiteX34" fmla="*/ 8968582 w 12192000"/>
              <a:gd name="connsiteY34" fmla="*/ 262728 h 4939827"/>
              <a:gd name="connsiteX35" fmla="*/ 8972994 w 12192000"/>
              <a:gd name="connsiteY35" fmla="*/ 263284 h 4939827"/>
              <a:gd name="connsiteX36" fmla="*/ 9004605 w 12192000"/>
              <a:gd name="connsiteY36" fmla="*/ 258041 h 4939827"/>
              <a:gd name="connsiteX37" fmla="*/ 9016165 w 12192000"/>
              <a:gd name="connsiteY37" fmla="*/ 261258 h 4939827"/>
              <a:gd name="connsiteX38" fmla="*/ 9043297 w 12192000"/>
              <a:gd name="connsiteY38" fmla="*/ 281547 h 4939827"/>
              <a:gd name="connsiteX39" fmla="*/ 9048315 w 12192000"/>
              <a:gd name="connsiteY39" fmla="*/ 279264 h 4939827"/>
              <a:gd name="connsiteX40" fmla="*/ 9054706 w 12192000"/>
              <a:gd name="connsiteY40" fmla="*/ 278538 h 4939827"/>
              <a:gd name="connsiteX41" fmla="*/ 9070919 w 12192000"/>
              <a:gd name="connsiteY41" fmla="*/ 281810 h 4939827"/>
              <a:gd name="connsiteX42" fmla="*/ 9076813 w 12192000"/>
              <a:gd name="connsiteY42" fmla="*/ 283909 h 4939827"/>
              <a:gd name="connsiteX43" fmla="*/ 9085871 w 12192000"/>
              <a:gd name="connsiteY43" fmla="*/ 285133 h 4939827"/>
              <a:gd name="connsiteX44" fmla="*/ 9086159 w 12192000"/>
              <a:gd name="connsiteY44" fmla="*/ 284887 h 4939827"/>
              <a:gd name="connsiteX45" fmla="*/ 9134606 w 12192000"/>
              <a:gd name="connsiteY45" fmla="*/ 288168 h 4939827"/>
              <a:gd name="connsiteX46" fmla="*/ 9195590 w 12192000"/>
              <a:gd name="connsiteY46" fmla="*/ 279568 h 4939827"/>
              <a:gd name="connsiteX47" fmla="*/ 9219336 w 12192000"/>
              <a:gd name="connsiteY47" fmla="*/ 278133 h 4939827"/>
              <a:gd name="connsiteX48" fmla="*/ 9232362 w 12192000"/>
              <a:gd name="connsiteY48" fmla="*/ 275894 h 4939827"/>
              <a:gd name="connsiteX49" fmla="*/ 9283638 w 12192000"/>
              <a:gd name="connsiteY49" fmla="*/ 299924 h 4939827"/>
              <a:gd name="connsiteX50" fmla="*/ 9371484 w 12192000"/>
              <a:gd name="connsiteY50" fmla="*/ 329634 h 4939827"/>
              <a:gd name="connsiteX51" fmla="*/ 9404829 w 12192000"/>
              <a:gd name="connsiteY51" fmla="*/ 339038 h 4939827"/>
              <a:gd name="connsiteX52" fmla="*/ 9427021 w 12192000"/>
              <a:gd name="connsiteY52" fmla="*/ 358784 h 4939827"/>
              <a:gd name="connsiteX53" fmla="*/ 9670844 w 12192000"/>
              <a:gd name="connsiteY53" fmla="*/ 405128 h 4939827"/>
              <a:gd name="connsiteX54" fmla="*/ 9816083 w 12192000"/>
              <a:gd name="connsiteY54" fmla="*/ 416573 h 4939827"/>
              <a:gd name="connsiteX55" fmla="*/ 9936741 w 12192000"/>
              <a:gd name="connsiteY55" fmla="*/ 437044 h 4939827"/>
              <a:gd name="connsiteX56" fmla="*/ 10050093 w 12192000"/>
              <a:gd name="connsiteY56" fmla="*/ 443783 h 4939827"/>
              <a:gd name="connsiteX57" fmla="*/ 10130090 w 12192000"/>
              <a:gd name="connsiteY57" fmla="*/ 459520 h 4939827"/>
              <a:gd name="connsiteX58" fmla="*/ 10173456 w 12192000"/>
              <a:gd name="connsiteY58" fmla="*/ 457749 h 4939827"/>
              <a:gd name="connsiteX59" fmla="*/ 10218232 w 12192000"/>
              <a:gd name="connsiteY59" fmla="*/ 459820 h 4939827"/>
              <a:gd name="connsiteX60" fmla="*/ 10354176 w 12192000"/>
              <a:gd name="connsiteY60" fmla="*/ 471377 h 4939827"/>
              <a:gd name="connsiteX61" fmla="*/ 10430681 w 12192000"/>
              <a:gd name="connsiteY61" fmla="*/ 481226 h 4939827"/>
              <a:gd name="connsiteX62" fmla="*/ 10478169 w 12192000"/>
              <a:gd name="connsiteY62" fmla="*/ 481774 h 4939827"/>
              <a:gd name="connsiteX63" fmla="*/ 10540907 w 12192000"/>
              <a:gd name="connsiteY63" fmla="*/ 485607 h 4939827"/>
              <a:gd name="connsiteX64" fmla="*/ 10614941 w 12192000"/>
              <a:gd name="connsiteY64" fmla="*/ 487592 h 4939827"/>
              <a:gd name="connsiteX65" fmla="*/ 10674098 w 12192000"/>
              <a:gd name="connsiteY65" fmla="*/ 521656 h 4939827"/>
              <a:gd name="connsiteX66" fmla="*/ 10874834 w 12192000"/>
              <a:gd name="connsiteY66" fmla="*/ 574867 h 4939827"/>
              <a:gd name="connsiteX67" fmla="*/ 10944981 w 12192000"/>
              <a:gd name="connsiteY67" fmla="*/ 615042 h 4939827"/>
              <a:gd name="connsiteX68" fmla="*/ 11006376 w 12192000"/>
              <a:gd name="connsiteY68" fmla="*/ 645957 h 4939827"/>
              <a:gd name="connsiteX69" fmla="*/ 11076308 w 12192000"/>
              <a:gd name="connsiteY69" fmla="*/ 675698 h 4939827"/>
              <a:gd name="connsiteX70" fmla="*/ 11148789 w 12192000"/>
              <a:gd name="connsiteY70" fmla="*/ 685041 h 4939827"/>
              <a:gd name="connsiteX71" fmla="*/ 11249129 w 12192000"/>
              <a:gd name="connsiteY71" fmla="*/ 684218 h 4939827"/>
              <a:gd name="connsiteX72" fmla="*/ 11299915 w 12192000"/>
              <a:gd name="connsiteY72" fmla="*/ 692177 h 4939827"/>
              <a:gd name="connsiteX73" fmla="*/ 11386973 w 12192000"/>
              <a:gd name="connsiteY73" fmla="*/ 708209 h 4939827"/>
              <a:gd name="connsiteX74" fmla="*/ 11500105 w 12192000"/>
              <a:gd name="connsiteY74" fmla="*/ 735014 h 4939827"/>
              <a:gd name="connsiteX75" fmla="*/ 11621735 w 12192000"/>
              <a:gd name="connsiteY75" fmla="*/ 789584 h 4939827"/>
              <a:gd name="connsiteX76" fmla="*/ 11691200 w 12192000"/>
              <a:gd name="connsiteY76" fmla="*/ 867902 h 4939827"/>
              <a:gd name="connsiteX77" fmla="*/ 11819427 w 12192000"/>
              <a:gd name="connsiteY77" fmla="*/ 911634 h 4939827"/>
              <a:gd name="connsiteX78" fmla="*/ 11969720 w 12192000"/>
              <a:gd name="connsiteY78" fmla="*/ 964737 h 4939827"/>
              <a:gd name="connsiteX79" fmla="*/ 12055766 w 12192000"/>
              <a:gd name="connsiteY79" fmla="*/ 991268 h 4939827"/>
              <a:gd name="connsiteX80" fmla="*/ 12171539 w 12192000"/>
              <a:gd name="connsiteY80" fmla="*/ 995427 h 4939827"/>
              <a:gd name="connsiteX81" fmla="*/ 12187831 w 12192000"/>
              <a:gd name="connsiteY81" fmla="*/ 996580 h 4939827"/>
              <a:gd name="connsiteX82" fmla="*/ 12192000 w 12192000"/>
              <a:gd name="connsiteY82" fmla="*/ 996726 h 4939827"/>
              <a:gd name="connsiteX83" fmla="*/ 12192000 w 12192000"/>
              <a:gd name="connsiteY83" fmla="*/ 4939827 h 4939827"/>
              <a:gd name="connsiteX84" fmla="*/ 0 w 12192000"/>
              <a:gd name="connsiteY84" fmla="*/ 4939827 h 4939827"/>
              <a:gd name="connsiteX85" fmla="*/ 0 w 12192000"/>
              <a:gd name="connsiteY85" fmla="*/ 512043 h 4939827"/>
              <a:gd name="connsiteX86" fmla="*/ 7381 w 12192000"/>
              <a:gd name="connsiteY86" fmla="*/ 512580 h 4939827"/>
              <a:gd name="connsiteX87" fmla="*/ 100029 w 12192000"/>
              <a:gd name="connsiteY87" fmla="*/ 504758 h 4939827"/>
              <a:gd name="connsiteX88" fmla="*/ 155244 w 12192000"/>
              <a:gd name="connsiteY88" fmla="*/ 525130 h 4939827"/>
              <a:gd name="connsiteX89" fmla="*/ 254366 w 12192000"/>
              <a:gd name="connsiteY89" fmla="*/ 534449 h 4939827"/>
              <a:gd name="connsiteX90" fmla="*/ 447292 w 12192000"/>
              <a:gd name="connsiteY90" fmla="*/ 542725 h 4939827"/>
              <a:gd name="connsiteX91" fmla="*/ 628105 w 12192000"/>
              <a:gd name="connsiteY91" fmla="*/ 547853 h 4939827"/>
              <a:gd name="connsiteX92" fmla="*/ 783146 w 12192000"/>
              <a:gd name="connsiteY92" fmla="*/ 591799 h 4939827"/>
              <a:gd name="connsiteX93" fmla="*/ 1043676 w 12192000"/>
              <a:gd name="connsiteY93" fmla="*/ 591887 h 4939827"/>
              <a:gd name="connsiteX94" fmla="*/ 1281816 w 12192000"/>
              <a:gd name="connsiteY94" fmla="*/ 520946 h 4939827"/>
              <a:gd name="connsiteX95" fmla="*/ 1486347 w 12192000"/>
              <a:gd name="connsiteY95" fmla="*/ 487310 h 4939827"/>
              <a:gd name="connsiteX96" fmla="*/ 1568079 w 12192000"/>
              <a:gd name="connsiteY96" fmla="*/ 462531 h 4939827"/>
              <a:gd name="connsiteX97" fmla="*/ 1622516 w 12192000"/>
              <a:gd name="connsiteY97" fmla="*/ 466058 h 4939827"/>
              <a:gd name="connsiteX98" fmla="*/ 1655457 w 12192000"/>
              <a:gd name="connsiteY98" fmla="*/ 465359 h 4939827"/>
              <a:gd name="connsiteX99" fmla="*/ 1717454 w 12192000"/>
              <a:gd name="connsiteY99" fmla="*/ 417203 h 4939827"/>
              <a:gd name="connsiteX100" fmla="*/ 1913794 w 12192000"/>
              <a:gd name="connsiteY100" fmla="*/ 365255 h 4939827"/>
              <a:gd name="connsiteX101" fmla="*/ 2129762 w 12192000"/>
              <a:gd name="connsiteY101" fmla="*/ 367832 h 4939827"/>
              <a:gd name="connsiteX102" fmla="*/ 2376970 w 12192000"/>
              <a:gd name="connsiteY102" fmla="*/ 350129 h 4939827"/>
              <a:gd name="connsiteX103" fmla="*/ 2480155 w 12192000"/>
              <a:gd name="connsiteY103" fmla="*/ 359227 h 4939827"/>
              <a:gd name="connsiteX104" fmla="*/ 2586782 w 12192000"/>
              <a:gd name="connsiteY104" fmla="*/ 339352 h 4939827"/>
              <a:gd name="connsiteX105" fmla="*/ 2679617 w 12192000"/>
              <a:gd name="connsiteY105" fmla="*/ 305383 h 4939827"/>
              <a:gd name="connsiteX106" fmla="*/ 2788947 w 12192000"/>
              <a:gd name="connsiteY106" fmla="*/ 250375 h 4939827"/>
              <a:gd name="connsiteX107" fmla="*/ 2965530 w 12192000"/>
              <a:gd name="connsiteY107" fmla="*/ 245958 h 4939827"/>
              <a:gd name="connsiteX108" fmla="*/ 3103677 w 12192000"/>
              <a:gd name="connsiteY108" fmla="*/ 209527 h 4939827"/>
              <a:gd name="connsiteX109" fmla="*/ 3126759 w 12192000"/>
              <a:gd name="connsiteY109" fmla="*/ 211226 h 4939827"/>
              <a:gd name="connsiteX110" fmla="*/ 3164020 w 12192000"/>
              <a:gd name="connsiteY110" fmla="*/ 212779 h 4939827"/>
              <a:gd name="connsiteX111" fmla="*/ 3285019 w 12192000"/>
              <a:gd name="connsiteY111" fmla="*/ 220535 h 4939827"/>
              <a:gd name="connsiteX112" fmla="*/ 3365154 w 12192000"/>
              <a:gd name="connsiteY112" fmla="*/ 226416 h 4939827"/>
              <a:gd name="connsiteX113" fmla="*/ 3367507 w 12192000"/>
              <a:gd name="connsiteY113" fmla="*/ 225416 h 4939827"/>
              <a:gd name="connsiteX114" fmla="*/ 3387567 w 12192000"/>
              <a:gd name="connsiteY114" fmla="*/ 227103 h 4939827"/>
              <a:gd name="connsiteX115" fmla="*/ 3498001 w 12192000"/>
              <a:gd name="connsiteY115" fmla="*/ 231941 h 4939827"/>
              <a:gd name="connsiteX116" fmla="*/ 3561557 w 12192000"/>
              <a:gd name="connsiteY116" fmla="*/ 228095 h 4939827"/>
              <a:gd name="connsiteX117" fmla="*/ 3611920 w 12192000"/>
              <a:gd name="connsiteY117" fmla="*/ 218094 h 4939827"/>
              <a:gd name="connsiteX118" fmla="*/ 3620528 w 12192000"/>
              <a:gd name="connsiteY118" fmla="*/ 218788 h 4939827"/>
              <a:gd name="connsiteX119" fmla="*/ 3620766 w 12192000"/>
              <a:gd name="connsiteY119" fmla="*/ 218511 h 4939827"/>
              <a:gd name="connsiteX120" fmla="*/ 3629977 w 12192000"/>
              <a:gd name="connsiteY120" fmla="*/ 218664 h 4939827"/>
              <a:gd name="connsiteX121" fmla="*/ 3636217 w 12192000"/>
              <a:gd name="connsiteY121" fmla="*/ 220048 h 4939827"/>
              <a:gd name="connsiteX122" fmla="*/ 3709484 w 12192000"/>
              <a:gd name="connsiteY122" fmla="*/ 186927 h 4939827"/>
              <a:gd name="connsiteX123" fmla="*/ 3761342 w 12192000"/>
              <a:gd name="connsiteY123" fmla="*/ 177474 h 4939827"/>
              <a:gd name="connsiteX124" fmla="*/ 3799748 w 12192000"/>
              <a:gd name="connsiteY124" fmla="*/ 167154 h 4939827"/>
              <a:gd name="connsiteX125" fmla="*/ 3922756 w 12192000"/>
              <a:gd name="connsiteY125" fmla="*/ 194044 h 4939827"/>
              <a:gd name="connsiteX126" fmla="*/ 4028476 w 12192000"/>
              <a:gd name="connsiteY126" fmla="*/ 223679 h 4939827"/>
              <a:gd name="connsiteX127" fmla="*/ 4191582 w 12192000"/>
              <a:gd name="connsiteY127" fmla="*/ 238952 h 4939827"/>
              <a:gd name="connsiteX128" fmla="*/ 4251024 w 12192000"/>
              <a:gd name="connsiteY128" fmla="*/ 240874 h 4939827"/>
              <a:gd name="connsiteX129" fmla="*/ 4355275 w 12192000"/>
              <a:gd name="connsiteY129" fmla="*/ 260205 h 4939827"/>
              <a:gd name="connsiteX130" fmla="*/ 4423807 w 12192000"/>
              <a:gd name="connsiteY130" fmla="*/ 270366 h 4939827"/>
              <a:gd name="connsiteX131" fmla="*/ 4558432 w 12192000"/>
              <a:gd name="connsiteY131" fmla="*/ 269194 h 4939827"/>
              <a:gd name="connsiteX132" fmla="*/ 4635061 w 12192000"/>
              <a:gd name="connsiteY132" fmla="*/ 280682 h 4939827"/>
              <a:gd name="connsiteX133" fmla="*/ 4807427 w 12192000"/>
              <a:gd name="connsiteY133" fmla="*/ 276835 h 4939827"/>
              <a:gd name="connsiteX134" fmla="*/ 5028933 w 12192000"/>
              <a:gd name="connsiteY134" fmla="*/ 183887 h 4939827"/>
              <a:gd name="connsiteX135" fmla="*/ 5093642 w 12192000"/>
              <a:gd name="connsiteY135" fmla="*/ 177214 h 4939827"/>
              <a:gd name="connsiteX136" fmla="*/ 5102642 w 12192000"/>
              <a:gd name="connsiteY136" fmla="*/ 186816 h 4939827"/>
              <a:gd name="connsiteX137" fmla="*/ 5193590 w 12192000"/>
              <a:gd name="connsiteY137" fmla="*/ 156458 h 4939827"/>
              <a:gd name="connsiteX138" fmla="*/ 5323922 w 12192000"/>
              <a:gd name="connsiteY138" fmla="*/ 146332 h 4939827"/>
              <a:gd name="connsiteX139" fmla="*/ 5421860 w 12192000"/>
              <a:gd name="connsiteY139" fmla="*/ 167298 h 4939827"/>
              <a:gd name="connsiteX140" fmla="*/ 5476948 w 12192000"/>
              <a:gd name="connsiteY140" fmla="*/ 173249 h 4939827"/>
              <a:gd name="connsiteX141" fmla="*/ 5516842 w 12192000"/>
              <a:gd name="connsiteY141" fmla="*/ 184018 h 4939827"/>
              <a:gd name="connsiteX142" fmla="*/ 5619415 w 12192000"/>
              <a:gd name="connsiteY142" fmla="*/ 176781 h 4939827"/>
              <a:gd name="connsiteX143" fmla="*/ 5789867 w 12192000"/>
              <a:gd name="connsiteY143" fmla="*/ 150304 h 4939827"/>
              <a:gd name="connsiteX144" fmla="*/ 5825953 w 12192000"/>
              <a:gd name="connsiteY144" fmla="*/ 147907 h 4939827"/>
              <a:gd name="connsiteX145" fmla="*/ 5856168 w 12192000"/>
              <a:gd name="connsiteY145" fmla="*/ 158719 h 4939827"/>
              <a:gd name="connsiteX146" fmla="*/ 5862476 w 12192000"/>
              <a:gd name="connsiteY146" fmla="*/ 172447 h 4939827"/>
              <a:gd name="connsiteX147" fmla="*/ 5882195 w 12192000"/>
              <a:gd name="connsiteY147" fmla="*/ 173195 h 4939827"/>
              <a:gd name="connsiteX148" fmla="*/ 5952585 w 12192000"/>
              <a:gd name="connsiteY148" fmla="*/ 161012 h 4939827"/>
              <a:gd name="connsiteX149" fmla="*/ 6001964 w 12192000"/>
              <a:gd name="connsiteY149" fmla="*/ 154786 h 4939827"/>
              <a:gd name="connsiteX150" fmla="*/ 6184207 w 12192000"/>
              <a:gd name="connsiteY150" fmla="*/ 132658 h 4939827"/>
              <a:gd name="connsiteX151" fmla="*/ 6415830 w 12192000"/>
              <a:gd name="connsiteY151" fmla="*/ 136006 h 4939827"/>
              <a:gd name="connsiteX152" fmla="*/ 6756965 w 12192000"/>
              <a:gd name="connsiteY152" fmla="*/ 57636 h 4939827"/>
              <a:gd name="connsiteX153" fmla="*/ 6819400 w 12192000"/>
              <a:gd name="connsiteY153" fmla="*/ 30742 h 4939827"/>
              <a:gd name="connsiteX154" fmla="*/ 6986370 w 12192000"/>
              <a:gd name="connsiteY154" fmla="*/ 12659 h 4939827"/>
              <a:gd name="connsiteX155" fmla="*/ 6989536 w 12192000"/>
              <a:gd name="connsiteY155" fmla="*/ 14528 h 4939827"/>
              <a:gd name="connsiteX156" fmla="*/ 7015933 w 12192000"/>
              <a:gd name="connsiteY156" fmla="*/ 9653 h 4939827"/>
              <a:gd name="connsiteX157" fmla="*/ 7020592 w 12192000"/>
              <a:gd name="connsiteY157" fmla="*/ 1651 h 4939827"/>
              <a:gd name="connsiteX158" fmla="*/ 7025905 w 12192000"/>
              <a:gd name="connsiteY158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732750 w 12192000"/>
              <a:gd name="connsiteY13" fmla="*/ 145456 h 4939827"/>
              <a:gd name="connsiteX14" fmla="*/ 7785900 w 12192000"/>
              <a:gd name="connsiteY14" fmla="*/ 154493 h 4939827"/>
              <a:gd name="connsiteX15" fmla="*/ 7952584 w 12192000"/>
              <a:gd name="connsiteY15" fmla="*/ 170181 h 4939827"/>
              <a:gd name="connsiteX16" fmla="*/ 8009534 w 12192000"/>
              <a:gd name="connsiteY16" fmla="*/ 176441 h 4939827"/>
              <a:gd name="connsiteX17" fmla="*/ 8058681 w 12192000"/>
              <a:gd name="connsiteY17" fmla="*/ 219431 h 4939827"/>
              <a:gd name="connsiteX18" fmla="*/ 8126175 w 12192000"/>
              <a:gd name="connsiteY18" fmla="*/ 240005 h 4939827"/>
              <a:gd name="connsiteX19" fmla="*/ 8166439 w 12192000"/>
              <a:gd name="connsiteY19" fmla="*/ 252699 h 4939827"/>
              <a:gd name="connsiteX20" fmla="*/ 8281371 w 12192000"/>
              <a:gd name="connsiteY20" fmla="*/ 256875 h 4939827"/>
              <a:gd name="connsiteX21" fmla="*/ 8381609 w 12192000"/>
              <a:gd name="connsiteY21" fmla="*/ 240618 h 4939827"/>
              <a:gd name="connsiteX22" fmla="*/ 8406759 w 12192000"/>
              <a:gd name="connsiteY22" fmla="*/ 232517 h 4939827"/>
              <a:gd name="connsiteX23" fmla="*/ 8426506 w 12192000"/>
              <a:gd name="connsiteY23" fmla="*/ 241842 h 4939827"/>
              <a:gd name="connsiteX24" fmla="*/ 8427949 w 12192000"/>
              <a:gd name="connsiteY24" fmla="*/ 240981 h 4939827"/>
              <a:gd name="connsiteX25" fmla="*/ 8441468 w 12192000"/>
              <a:gd name="connsiteY25" fmla="*/ 241157 h 4939827"/>
              <a:gd name="connsiteX26" fmla="*/ 8565757 w 12192000"/>
              <a:gd name="connsiteY26" fmla="*/ 255317 h 4939827"/>
              <a:gd name="connsiteX27" fmla="*/ 8573171 w 12192000"/>
              <a:gd name="connsiteY27" fmla="*/ 258426 h 4939827"/>
              <a:gd name="connsiteX28" fmla="*/ 8573548 w 12192000"/>
              <a:gd name="connsiteY28" fmla="*/ 258241 h 4939827"/>
              <a:gd name="connsiteX29" fmla="*/ 8622021 w 12192000"/>
              <a:gd name="connsiteY29" fmla="*/ 261028 h 4939827"/>
              <a:gd name="connsiteX30" fmla="*/ 8672650 w 12192000"/>
              <a:gd name="connsiteY30" fmla="*/ 254821 h 4939827"/>
              <a:gd name="connsiteX31" fmla="*/ 8785543 w 12192000"/>
              <a:gd name="connsiteY31" fmla="*/ 263406 h 4939827"/>
              <a:gd name="connsiteX32" fmla="*/ 8830588 w 12192000"/>
              <a:gd name="connsiteY32" fmla="*/ 265483 h 4939827"/>
              <a:gd name="connsiteX33" fmla="*/ 8905142 w 12192000"/>
              <a:gd name="connsiteY33" fmla="*/ 264958 h 4939827"/>
              <a:gd name="connsiteX34" fmla="*/ 8968582 w 12192000"/>
              <a:gd name="connsiteY34" fmla="*/ 262728 h 4939827"/>
              <a:gd name="connsiteX35" fmla="*/ 8972994 w 12192000"/>
              <a:gd name="connsiteY35" fmla="*/ 263284 h 4939827"/>
              <a:gd name="connsiteX36" fmla="*/ 9004605 w 12192000"/>
              <a:gd name="connsiteY36" fmla="*/ 258041 h 4939827"/>
              <a:gd name="connsiteX37" fmla="*/ 9016165 w 12192000"/>
              <a:gd name="connsiteY37" fmla="*/ 261258 h 4939827"/>
              <a:gd name="connsiteX38" fmla="*/ 9043297 w 12192000"/>
              <a:gd name="connsiteY38" fmla="*/ 281547 h 4939827"/>
              <a:gd name="connsiteX39" fmla="*/ 9048315 w 12192000"/>
              <a:gd name="connsiteY39" fmla="*/ 279264 h 4939827"/>
              <a:gd name="connsiteX40" fmla="*/ 9054706 w 12192000"/>
              <a:gd name="connsiteY40" fmla="*/ 278538 h 4939827"/>
              <a:gd name="connsiteX41" fmla="*/ 9070919 w 12192000"/>
              <a:gd name="connsiteY41" fmla="*/ 281810 h 4939827"/>
              <a:gd name="connsiteX42" fmla="*/ 9076813 w 12192000"/>
              <a:gd name="connsiteY42" fmla="*/ 283909 h 4939827"/>
              <a:gd name="connsiteX43" fmla="*/ 9085871 w 12192000"/>
              <a:gd name="connsiteY43" fmla="*/ 285133 h 4939827"/>
              <a:gd name="connsiteX44" fmla="*/ 9086159 w 12192000"/>
              <a:gd name="connsiteY44" fmla="*/ 284887 h 4939827"/>
              <a:gd name="connsiteX45" fmla="*/ 9134606 w 12192000"/>
              <a:gd name="connsiteY45" fmla="*/ 288168 h 4939827"/>
              <a:gd name="connsiteX46" fmla="*/ 9195590 w 12192000"/>
              <a:gd name="connsiteY46" fmla="*/ 279568 h 4939827"/>
              <a:gd name="connsiteX47" fmla="*/ 9219336 w 12192000"/>
              <a:gd name="connsiteY47" fmla="*/ 278133 h 4939827"/>
              <a:gd name="connsiteX48" fmla="*/ 9232362 w 12192000"/>
              <a:gd name="connsiteY48" fmla="*/ 275894 h 4939827"/>
              <a:gd name="connsiteX49" fmla="*/ 9283638 w 12192000"/>
              <a:gd name="connsiteY49" fmla="*/ 299924 h 4939827"/>
              <a:gd name="connsiteX50" fmla="*/ 9371484 w 12192000"/>
              <a:gd name="connsiteY50" fmla="*/ 329634 h 4939827"/>
              <a:gd name="connsiteX51" fmla="*/ 9404829 w 12192000"/>
              <a:gd name="connsiteY51" fmla="*/ 339038 h 4939827"/>
              <a:gd name="connsiteX52" fmla="*/ 9427021 w 12192000"/>
              <a:gd name="connsiteY52" fmla="*/ 358784 h 4939827"/>
              <a:gd name="connsiteX53" fmla="*/ 9670844 w 12192000"/>
              <a:gd name="connsiteY53" fmla="*/ 405128 h 4939827"/>
              <a:gd name="connsiteX54" fmla="*/ 9816083 w 12192000"/>
              <a:gd name="connsiteY54" fmla="*/ 416573 h 4939827"/>
              <a:gd name="connsiteX55" fmla="*/ 9936741 w 12192000"/>
              <a:gd name="connsiteY55" fmla="*/ 437044 h 4939827"/>
              <a:gd name="connsiteX56" fmla="*/ 10050093 w 12192000"/>
              <a:gd name="connsiteY56" fmla="*/ 443783 h 4939827"/>
              <a:gd name="connsiteX57" fmla="*/ 10130090 w 12192000"/>
              <a:gd name="connsiteY57" fmla="*/ 459520 h 4939827"/>
              <a:gd name="connsiteX58" fmla="*/ 10173456 w 12192000"/>
              <a:gd name="connsiteY58" fmla="*/ 457749 h 4939827"/>
              <a:gd name="connsiteX59" fmla="*/ 10218232 w 12192000"/>
              <a:gd name="connsiteY59" fmla="*/ 459820 h 4939827"/>
              <a:gd name="connsiteX60" fmla="*/ 10354176 w 12192000"/>
              <a:gd name="connsiteY60" fmla="*/ 471377 h 4939827"/>
              <a:gd name="connsiteX61" fmla="*/ 10430681 w 12192000"/>
              <a:gd name="connsiteY61" fmla="*/ 481226 h 4939827"/>
              <a:gd name="connsiteX62" fmla="*/ 10478169 w 12192000"/>
              <a:gd name="connsiteY62" fmla="*/ 481774 h 4939827"/>
              <a:gd name="connsiteX63" fmla="*/ 10540907 w 12192000"/>
              <a:gd name="connsiteY63" fmla="*/ 485607 h 4939827"/>
              <a:gd name="connsiteX64" fmla="*/ 10614941 w 12192000"/>
              <a:gd name="connsiteY64" fmla="*/ 487592 h 4939827"/>
              <a:gd name="connsiteX65" fmla="*/ 10674098 w 12192000"/>
              <a:gd name="connsiteY65" fmla="*/ 521656 h 4939827"/>
              <a:gd name="connsiteX66" fmla="*/ 10874834 w 12192000"/>
              <a:gd name="connsiteY66" fmla="*/ 574867 h 4939827"/>
              <a:gd name="connsiteX67" fmla="*/ 10944981 w 12192000"/>
              <a:gd name="connsiteY67" fmla="*/ 615042 h 4939827"/>
              <a:gd name="connsiteX68" fmla="*/ 11006376 w 12192000"/>
              <a:gd name="connsiteY68" fmla="*/ 645957 h 4939827"/>
              <a:gd name="connsiteX69" fmla="*/ 11076308 w 12192000"/>
              <a:gd name="connsiteY69" fmla="*/ 675698 h 4939827"/>
              <a:gd name="connsiteX70" fmla="*/ 11148789 w 12192000"/>
              <a:gd name="connsiteY70" fmla="*/ 685041 h 4939827"/>
              <a:gd name="connsiteX71" fmla="*/ 11249129 w 12192000"/>
              <a:gd name="connsiteY71" fmla="*/ 684218 h 4939827"/>
              <a:gd name="connsiteX72" fmla="*/ 11299915 w 12192000"/>
              <a:gd name="connsiteY72" fmla="*/ 692177 h 4939827"/>
              <a:gd name="connsiteX73" fmla="*/ 11386973 w 12192000"/>
              <a:gd name="connsiteY73" fmla="*/ 708209 h 4939827"/>
              <a:gd name="connsiteX74" fmla="*/ 11500105 w 12192000"/>
              <a:gd name="connsiteY74" fmla="*/ 735014 h 4939827"/>
              <a:gd name="connsiteX75" fmla="*/ 11621735 w 12192000"/>
              <a:gd name="connsiteY75" fmla="*/ 789584 h 4939827"/>
              <a:gd name="connsiteX76" fmla="*/ 11691200 w 12192000"/>
              <a:gd name="connsiteY76" fmla="*/ 867902 h 4939827"/>
              <a:gd name="connsiteX77" fmla="*/ 11819427 w 12192000"/>
              <a:gd name="connsiteY77" fmla="*/ 911634 h 4939827"/>
              <a:gd name="connsiteX78" fmla="*/ 11969720 w 12192000"/>
              <a:gd name="connsiteY78" fmla="*/ 964737 h 4939827"/>
              <a:gd name="connsiteX79" fmla="*/ 12055766 w 12192000"/>
              <a:gd name="connsiteY79" fmla="*/ 991268 h 4939827"/>
              <a:gd name="connsiteX80" fmla="*/ 12171539 w 12192000"/>
              <a:gd name="connsiteY80" fmla="*/ 995427 h 4939827"/>
              <a:gd name="connsiteX81" fmla="*/ 12187831 w 12192000"/>
              <a:gd name="connsiteY81" fmla="*/ 996580 h 4939827"/>
              <a:gd name="connsiteX82" fmla="*/ 12192000 w 12192000"/>
              <a:gd name="connsiteY82" fmla="*/ 996726 h 4939827"/>
              <a:gd name="connsiteX83" fmla="*/ 12192000 w 12192000"/>
              <a:gd name="connsiteY83" fmla="*/ 4939827 h 4939827"/>
              <a:gd name="connsiteX84" fmla="*/ 0 w 12192000"/>
              <a:gd name="connsiteY84" fmla="*/ 4939827 h 4939827"/>
              <a:gd name="connsiteX85" fmla="*/ 0 w 12192000"/>
              <a:gd name="connsiteY85" fmla="*/ 512043 h 4939827"/>
              <a:gd name="connsiteX86" fmla="*/ 7381 w 12192000"/>
              <a:gd name="connsiteY86" fmla="*/ 512580 h 4939827"/>
              <a:gd name="connsiteX87" fmla="*/ 100029 w 12192000"/>
              <a:gd name="connsiteY87" fmla="*/ 504758 h 4939827"/>
              <a:gd name="connsiteX88" fmla="*/ 155244 w 12192000"/>
              <a:gd name="connsiteY88" fmla="*/ 525130 h 4939827"/>
              <a:gd name="connsiteX89" fmla="*/ 254366 w 12192000"/>
              <a:gd name="connsiteY89" fmla="*/ 534449 h 4939827"/>
              <a:gd name="connsiteX90" fmla="*/ 447292 w 12192000"/>
              <a:gd name="connsiteY90" fmla="*/ 542725 h 4939827"/>
              <a:gd name="connsiteX91" fmla="*/ 628105 w 12192000"/>
              <a:gd name="connsiteY91" fmla="*/ 547853 h 4939827"/>
              <a:gd name="connsiteX92" fmla="*/ 783146 w 12192000"/>
              <a:gd name="connsiteY92" fmla="*/ 591799 h 4939827"/>
              <a:gd name="connsiteX93" fmla="*/ 1043676 w 12192000"/>
              <a:gd name="connsiteY93" fmla="*/ 591887 h 4939827"/>
              <a:gd name="connsiteX94" fmla="*/ 1281816 w 12192000"/>
              <a:gd name="connsiteY94" fmla="*/ 520946 h 4939827"/>
              <a:gd name="connsiteX95" fmla="*/ 1486347 w 12192000"/>
              <a:gd name="connsiteY95" fmla="*/ 487310 h 4939827"/>
              <a:gd name="connsiteX96" fmla="*/ 1568079 w 12192000"/>
              <a:gd name="connsiteY96" fmla="*/ 462531 h 4939827"/>
              <a:gd name="connsiteX97" fmla="*/ 1622516 w 12192000"/>
              <a:gd name="connsiteY97" fmla="*/ 466058 h 4939827"/>
              <a:gd name="connsiteX98" fmla="*/ 1655457 w 12192000"/>
              <a:gd name="connsiteY98" fmla="*/ 465359 h 4939827"/>
              <a:gd name="connsiteX99" fmla="*/ 1717454 w 12192000"/>
              <a:gd name="connsiteY99" fmla="*/ 417203 h 4939827"/>
              <a:gd name="connsiteX100" fmla="*/ 1913794 w 12192000"/>
              <a:gd name="connsiteY100" fmla="*/ 365255 h 4939827"/>
              <a:gd name="connsiteX101" fmla="*/ 2129762 w 12192000"/>
              <a:gd name="connsiteY101" fmla="*/ 367832 h 4939827"/>
              <a:gd name="connsiteX102" fmla="*/ 2376970 w 12192000"/>
              <a:gd name="connsiteY102" fmla="*/ 350129 h 4939827"/>
              <a:gd name="connsiteX103" fmla="*/ 2480155 w 12192000"/>
              <a:gd name="connsiteY103" fmla="*/ 359227 h 4939827"/>
              <a:gd name="connsiteX104" fmla="*/ 2586782 w 12192000"/>
              <a:gd name="connsiteY104" fmla="*/ 339352 h 4939827"/>
              <a:gd name="connsiteX105" fmla="*/ 2679617 w 12192000"/>
              <a:gd name="connsiteY105" fmla="*/ 305383 h 4939827"/>
              <a:gd name="connsiteX106" fmla="*/ 2788947 w 12192000"/>
              <a:gd name="connsiteY106" fmla="*/ 250375 h 4939827"/>
              <a:gd name="connsiteX107" fmla="*/ 2965530 w 12192000"/>
              <a:gd name="connsiteY107" fmla="*/ 245958 h 4939827"/>
              <a:gd name="connsiteX108" fmla="*/ 3103677 w 12192000"/>
              <a:gd name="connsiteY108" fmla="*/ 209527 h 4939827"/>
              <a:gd name="connsiteX109" fmla="*/ 3126759 w 12192000"/>
              <a:gd name="connsiteY109" fmla="*/ 211226 h 4939827"/>
              <a:gd name="connsiteX110" fmla="*/ 3164020 w 12192000"/>
              <a:gd name="connsiteY110" fmla="*/ 212779 h 4939827"/>
              <a:gd name="connsiteX111" fmla="*/ 3285019 w 12192000"/>
              <a:gd name="connsiteY111" fmla="*/ 220535 h 4939827"/>
              <a:gd name="connsiteX112" fmla="*/ 3365154 w 12192000"/>
              <a:gd name="connsiteY112" fmla="*/ 226416 h 4939827"/>
              <a:gd name="connsiteX113" fmla="*/ 3367507 w 12192000"/>
              <a:gd name="connsiteY113" fmla="*/ 225416 h 4939827"/>
              <a:gd name="connsiteX114" fmla="*/ 3387567 w 12192000"/>
              <a:gd name="connsiteY114" fmla="*/ 227103 h 4939827"/>
              <a:gd name="connsiteX115" fmla="*/ 3498001 w 12192000"/>
              <a:gd name="connsiteY115" fmla="*/ 231941 h 4939827"/>
              <a:gd name="connsiteX116" fmla="*/ 3561557 w 12192000"/>
              <a:gd name="connsiteY116" fmla="*/ 228095 h 4939827"/>
              <a:gd name="connsiteX117" fmla="*/ 3611920 w 12192000"/>
              <a:gd name="connsiteY117" fmla="*/ 218094 h 4939827"/>
              <a:gd name="connsiteX118" fmla="*/ 3620528 w 12192000"/>
              <a:gd name="connsiteY118" fmla="*/ 218788 h 4939827"/>
              <a:gd name="connsiteX119" fmla="*/ 3620766 w 12192000"/>
              <a:gd name="connsiteY119" fmla="*/ 218511 h 4939827"/>
              <a:gd name="connsiteX120" fmla="*/ 3629977 w 12192000"/>
              <a:gd name="connsiteY120" fmla="*/ 218664 h 4939827"/>
              <a:gd name="connsiteX121" fmla="*/ 3636217 w 12192000"/>
              <a:gd name="connsiteY121" fmla="*/ 220048 h 4939827"/>
              <a:gd name="connsiteX122" fmla="*/ 3709484 w 12192000"/>
              <a:gd name="connsiteY122" fmla="*/ 186927 h 4939827"/>
              <a:gd name="connsiteX123" fmla="*/ 3761342 w 12192000"/>
              <a:gd name="connsiteY123" fmla="*/ 177474 h 4939827"/>
              <a:gd name="connsiteX124" fmla="*/ 3799748 w 12192000"/>
              <a:gd name="connsiteY124" fmla="*/ 167154 h 4939827"/>
              <a:gd name="connsiteX125" fmla="*/ 3922756 w 12192000"/>
              <a:gd name="connsiteY125" fmla="*/ 194044 h 4939827"/>
              <a:gd name="connsiteX126" fmla="*/ 4028476 w 12192000"/>
              <a:gd name="connsiteY126" fmla="*/ 223679 h 4939827"/>
              <a:gd name="connsiteX127" fmla="*/ 4191582 w 12192000"/>
              <a:gd name="connsiteY127" fmla="*/ 238952 h 4939827"/>
              <a:gd name="connsiteX128" fmla="*/ 4251024 w 12192000"/>
              <a:gd name="connsiteY128" fmla="*/ 240874 h 4939827"/>
              <a:gd name="connsiteX129" fmla="*/ 4355275 w 12192000"/>
              <a:gd name="connsiteY129" fmla="*/ 260205 h 4939827"/>
              <a:gd name="connsiteX130" fmla="*/ 4423807 w 12192000"/>
              <a:gd name="connsiteY130" fmla="*/ 270366 h 4939827"/>
              <a:gd name="connsiteX131" fmla="*/ 4558432 w 12192000"/>
              <a:gd name="connsiteY131" fmla="*/ 269194 h 4939827"/>
              <a:gd name="connsiteX132" fmla="*/ 4635061 w 12192000"/>
              <a:gd name="connsiteY132" fmla="*/ 280682 h 4939827"/>
              <a:gd name="connsiteX133" fmla="*/ 4807427 w 12192000"/>
              <a:gd name="connsiteY133" fmla="*/ 276835 h 4939827"/>
              <a:gd name="connsiteX134" fmla="*/ 5028933 w 12192000"/>
              <a:gd name="connsiteY134" fmla="*/ 183887 h 4939827"/>
              <a:gd name="connsiteX135" fmla="*/ 5093642 w 12192000"/>
              <a:gd name="connsiteY135" fmla="*/ 177214 h 4939827"/>
              <a:gd name="connsiteX136" fmla="*/ 5102642 w 12192000"/>
              <a:gd name="connsiteY136" fmla="*/ 186816 h 4939827"/>
              <a:gd name="connsiteX137" fmla="*/ 5193590 w 12192000"/>
              <a:gd name="connsiteY137" fmla="*/ 156458 h 4939827"/>
              <a:gd name="connsiteX138" fmla="*/ 5323922 w 12192000"/>
              <a:gd name="connsiteY138" fmla="*/ 146332 h 4939827"/>
              <a:gd name="connsiteX139" fmla="*/ 5421860 w 12192000"/>
              <a:gd name="connsiteY139" fmla="*/ 167298 h 4939827"/>
              <a:gd name="connsiteX140" fmla="*/ 5476948 w 12192000"/>
              <a:gd name="connsiteY140" fmla="*/ 173249 h 4939827"/>
              <a:gd name="connsiteX141" fmla="*/ 5516842 w 12192000"/>
              <a:gd name="connsiteY141" fmla="*/ 184018 h 4939827"/>
              <a:gd name="connsiteX142" fmla="*/ 5619415 w 12192000"/>
              <a:gd name="connsiteY142" fmla="*/ 176781 h 4939827"/>
              <a:gd name="connsiteX143" fmla="*/ 5789867 w 12192000"/>
              <a:gd name="connsiteY143" fmla="*/ 150304 h 4939827"/>
              <a:gd name="connsiteX144" fmla="*/ 5825953 w 12192000"/>
              <a:gd name="connsiteY144" fmla="*/ 147907 h 4939827"/>
              <a:gd name="connsiteX145" fmla="*/ 5856168 w 12192000"/>
              <a:gd name="connsiteY145" fmla="*/ 158719 h 4939827"/>
              <a:gd name="connsiteX146" fmla="*/ 5862476 w 12192000"/>
              <a:gd name="connsiteY146" fmla="*/ 172447 h 4939827"/>
              <a:gd name="connsiteX147" fmla="*/ 5882195 w 12192000"/>
              <a:gd name="connsiteY147" fmla="*/ 173195 h 4939827"/>
              <a:gd name="connsiteX148" fmla="*/ 5952585 w 12192000"/>
              <a:gd name="connsiteY148" fmla="*/ 161012 h 4939827"/>
              <a:gd name="connsiteX149" fmla="*/ 6001964 w 12192000"/>
              <a:gd name="connsiteY149" fmla="*/ 154786 h 4939827"/>
              <a:gd name="connsiteX150" fmla="*/ 6184207 w 12192000"/>
              <a:gd name="connsiteY150" fmla="*/ 132658 h 4939827"/>
              <a:gd name="connsiteX151" fmla="*/ 6415830 w 12192000"/>
              <a:gd name="connsiteY151" fmla="*/ 136006 h 4939827"/>
              <a:gd name="connsiteX152" fmla="*/ 6756965 w 12192000"/>
              <a:gd name="connsiteY152" fmla="*/ 57636 h 4939827"/>
              <a:gd name="connsiteX153" fmla="*/ 6819400 w 12192000"/>
              <a:gd name="connsiteY153" fmla="*/ 30742 h 4939827"/>
              <a:gd name="connsiteX154" fmla="*/ 6986370 w 12192000"/>
              <a:gd name="connsiteY154" fmla="*/ 12659 h 4939827"/>
              <a:gd name="connsiteX155" fmla="*/ 6989536 w 12192000"/>
              <a:gd name="connsiteY155" fmla="*/ 14528 h 4939827"/>
              <a:gd name="connsiteX156" fmla="*/ 7015933 w 12192000"/>
              <a:gd name="connsiteY156" fmla="*/ 9653 h 4939827"/>
              <a:gd name="connsiteX157" fmla="*/ 7020592 w 12192000"/>
              <a:gd name="connsiteY157" fmla="*/ 1651 h 4939827"/>
              <a:gd name="connsiteX158" fmla="*/ 7025905 w 12192000"/>
              <a:gd name="connsiteY158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732750 w 12192000"/>
              <a:gd name="connsiteY13" fmla="*/ 145456 h 4939827"/>
              <a:gd name="connsiteX14" fmla="*/ 7785900 w 12192000"/>
              <a:gd name="connsiteY14" fmla="*/ 154493 h 4939827"/>
              <a:gd name="connsiteX15" fmla="*/ 7952584 w 12192000"/>
              <a:gd name="connsiteY15" fmla="*/ 170181 h 4939827"/>
              <a:gd name="connsiteX16" fmla="*/ 8009534 w 12192000"/>
              <a:gd name="connsiteY16" fmla="*/ 176441 h 4939827"/>
              <a:gd name="connsiteX17" fmla="*/ 8058681 w 12192000"/>
              <a:gd name="connsiteY17" fmla="*/ 219431 h 4939827"/>
              <a:gd name="connsiteX18" fmla="*/ 8126175 w 12192000"/>
              <a:gd name="connsiteY18" fmla="*/ 240005 h 4939827"/>
              <a:gd name="connsiteX19" fmla="*/ 8281371 w 12192000"/>
              <a:gd name="connsiteY19" fmla="*/ 256875 h 4939827"/>
              <a:gd name="connsiteX20" fmla="*/ 8381609 w 12192000"/>
              <a:gd name="connsiteY20" fmla="*/ 240618 h 4939827"/>
              <a:gd name="connsiteX21" fmla="*/ 8406759 w 12192000"/>
              <a:gd name="connsiteY21" fmla="*/ 232517 h 4939827"/>
              <a:gd name="connsiteX22" fmla="*/ 8426506 w 12192000"/>
              <a:gd name="connsiteY22" fmla="*/ 241842 h 4939827"/>
              <a:gd name="connsiteX23" fmla="*/ 8427949 w 12192000"/>
              <a:gd name="connsiteY23" fmla="*/ 240981 h 4939827"/>
              <a:gd name="connsiteX24" fmla="*/ 8441468 w 12192000"/>
              <a:gd name="connsiteY24" fmla="*/ 241157 h 4939827"/>
              <a:gd name="connsiteX25" fmla="*/ 8565757 w 12192000"/>
              <a:gd name="connsiteY25" fmla="*/ 255317 h 4939827"/>
              <a:gd name="connsiteX26" fmla="*/ 8573171 w 12192000"/>
              <a:gd name="connsiteY26" fmla="*/ 258426 h 4939827"/>
              <a:gd name="connsiteX27" fmla="*/ 8573548 w 12192000"/>
              <a:gd name="connsiteY27" fmla="*/ 258241 h 4939827"/>
              <a:gd name="connsiteX28" fmla="*/ 8622021 w 12192000"/>
              <a:gd name="connsiteY28" fmla="*/ 261028 h 4939827"/>
              <a:gd name="connsiteX29" fmla="*/ 8672650 w 12192000"/>
              <a:gd name="connsiteY29" fmla="*/ 254821 h 4939827"/>
              <a:gd name="connsiteX30" fmla="*/ 8785543 w 12192000"/>
              <a:gd name="connsiteY30" fmla="*/ 263406 h 4939827"/>
              <a:gd name="connsiteX31" fmla="*/ 8830588 w 12192000"/>
              <a:gd name="connsiteY31" fmla="*/ 265483 h 4939827"/>
              <a:gd name="connsiteX32" fmla="*/ 8905142 w 12192000"/>
              <a:gd name="connsiteY32" fmla="*/ 264958 h 4939827"/>
              <a:gd name="connsiteX33" fmla="*/ 8968582 w 12192000"/>
              <a:gd name="connsiteY33" fmla="*/ 262728 h 4939827"/>
              <a:gd name="connsiteX34" fmla="*/ 8972994 w 12192000"/>
              <a:gd name="connsiteY34" fmla="*/ 263284 h 4939827"/>
              <a:gd name="connsiteX35" fmla="*/ 9004605 w 12192000"/>
              <a:gd name="connsiteY35" fmla="*/ 258041 h 4939827"/>
              <a:gd name="connsiteX36" fmla="*/ 9016165 w 12192000"/>
              <a:gd name="connsiteY36" fmla="*/ 261258 h 4939827"/>
              <a:gd name="connsiteX37" fmla="*/ 9043297 w 12192000"/>
              <a:gd name="connsiteY37" fmla="*/ 281547 h 4939827"/>
              <a:gd name="connsiteX38" fmla="*/ 9048315 w 12192000"/>
              <a:gd name="connsiteY38" fmla="*/ 279264 h 4939827"/>
              <a:gd name="connsiteX39" fmla="*/ 9054706 w 12192000"/>
              <a:gd name="connsiteY39" fmla="*/ 278538 h 4939827"/>
              <a:gd name="connsiteX40" fmla="*/ 9070919 w 12192000"/>
              <a:gd name="connsiteY40" fmla="*/ 281810 h 4939827"/>
              <a:gd name="connsiteX41" fmla="*/ 9076813 w 12192000"/>
              <a:gd name="connsiteY41" fmla="*/ 283909 h 4939827"/>
              <a:gd name="connsiteX42" fmla="*/ 9085871 w 12192000"/>
              <a:gd name="connsiteY42" fmla="*/ 285133 h 4939827"/>
              <a:gd name="connsiteX43" fmla="*/ 9086159 w 12192000"/>
              <a:gd name="connsiteY43" fmla="*/ 284887 h 4939827"/>
              <a:gd name="connsiteX44" fmla="*/ 9134606 w 12192000"/>
              <a:gd name="connsiteY44" fmla="*/ 288168 h 4939827"/>
              <a:gd name="connsiteX45" fmla="*/ 9195590 w 12192000"/>
              <a:gd name="connsiteY45" fmla="*/ 279568 h 4939827"/>
              <a:gd name="connsiteX46" fmla="*/ 9219336 w 12192000"/>
              <a:gd name="connsiteY46" fmla="*/ 278133 h 4939827"/>
              <a:gd name="connsiteX47" fmla="*/ 9232362 w 12192000"/>
              <a:gd name="connsiteY47" fmla="*/ 275894 h 4939827"/>
              <a:gd name="connsiteX48" fmla="*/ 9283638 w 12192000"/>
              <a:gd name="connsiteY48" fmla="*/ 299924 h 4939827"/>
              <a:gd name="connsiteX49" fmla="*/ 9371484 w 12192000"/>
              <a:gd name="connsiteY49" fmla="*/ 329634 h 4939827"/>
              <a:gd name="connsiteX50" fmla="*/ 9404829 w 12192000"/>
              <a:gd name="connsiteY50" fmla="*/ 339038 h 4939827"/>
              <a:gd name="connsiteX51" fmla="*/ 9427021 w 12192000"/>
              <a:gd name="connsiteY51" fmla="*/ 358784 h 4939827"/>
              <a:gd name="connsiteX52" fmla="*/ 9670844 w 12192000"/>
              <a:gd name="connsiteY52" fmla="*/ 405128 h 4939827"/>
              <a:gd name="connsiteX53" fmla="*/ 9816083 w 12192000"/>
              <a:gd name="connsiteY53" fmla="*/ 416573 h 4939827"/>
              <a:gd name="connsiteX54" fmla="*/ 9936741 w 12192000"/>
              <a:gd name="connsiteY54" fmla="*/ 437044 h 4939827"/>
              <a:gd name="connsiteX55" fmla="*/ 10050093 w 12192000"/>
              <a:gd name="connsiteY55" fmla="*/ 443783 h 4939827"/>
              <a:gd name="connsiteX56" fmla="*/ 10130090 w 12192000"/>
              <a:gd name="connsiteY56" fmla="*/ 459520 h 4939827"/>
              <a:gd name="connsiteX57" fmla="*/ 10173456 w 12192000"/>
              <a:gd name="connsiteY57" fmla="*/ 457749 h 4939827"/>
              <a:gd name="connsiteX58" fmla="*/ 10218232 w 12192000"/>
              <a:gd name="connsiteY58" fmla="*/ 459820 h 4939827"/>
              <a:gd name="connsiteX59" fmla="*/ 10354176 w 12192000"/>
              <a:gd name="connsiteY59" fmla="*/ 471377 h 4939827"/>
              <a:gd name="connsiteX60" fmla="*/ 10430681 w 12192000"/>
              <a:gd name="connsiteY60" fmla="*/ 481226 h 4939827"/>
              <a:gd name="connsiteX61" fmla="*/ 10478169 w 12192000"/>
              <a:gd name="connsiteY61" fmla="*/ 481774 h 4939827"/>
              <a:gd name="connsiteX62" fmla="*/ 10540907 w 12192000"/>
              <a:gd name="connsiteY62" fmla="*/ 485607 h 4939827"/>
              <a:gd name="connsiteX63" fmla="*/ 10614941 w 12192000"/>
              <a:gd name="connsiteY63" fmla="*/ 487592 h 4939827"/>
              <a:gd name="connsiteX64" fmla="*/ 10674098 w 12192000"/>
              <a:gd name="connsiteY64" fmla="*/ 521656 h 4939827"/>
              <a:gd name="connsiteX65" fmla="*/ 10874834 w 12192000"/>
              <a:gd name="connsiteY65" fmla="*/ 574867 h 4939827"/>
              <a:gd name="connsiteX66" fmla="*/ 10944981 w 12192000"/>
              <a:gd name="connsiteY66" fmla="*/ 615042 h 4939827"/>
              <a:gd name="connsiteX67" fmla="*/ 11006376 w 12192000"/>
              <a:gd name="connsiteY67" fmla="*/ 645957 h 4939827"/>
              <a:gd name="connsiteX68" fmla="*/ 11076308 w 12192000"/>
              <a:gd name="connsiteY68" fmla="*/ 675698 h 4939827"/>
              <a:gd name="connsiteX69" fmla="*/ 11148789 w 12192000"/>
              <a:gd name="connsiteY69" fmla="*/ 685041 h 4939827"/>
              <a:gd name="connsiteX70" fmla="*/ 11249129 w 12192000"/>
              <a:gd name="connsiteY70" fmla="*/ 684218 h 4939827"/>
              <a:gd name="connsiteX71" fmla="*/ 11299915 w 12192000"/>
              <a:gd name="connsiteY71" fmla="*/ 692177 h 4939827"/>
              <a:gd name="connsiteX72" fmla="*/ 11386973 w 12192000"/>
              <a:gd name="connsiteY72" fmla="*/ 708209 h 4939827"/>
              <a:gd name="connsiteX73" fmla="*/ 11500105 w 12192000"/>
              <a:gd name="connsiteY73" fmla="*/ 735014 h 4939827"/>
              <a:gd name="connsiteX74" fmla="*/ 11621735 w 12192000"/>
              <a:gd name="connsiteY74" fmla="*/ 789584 h 4939827"/>
              <a:gd name="connsiteX75" fmla="*/ 11691200 w 12192000"/>
              <a:gd name="connsiteY75" fmla="*/ 867902 h 4939827"/>
              <a:gd name="connsiteX76" fmla="*/ 11819427 w 12192000"/>
              <a:gd name="connsiteY76" fmla="*/ 911634 h 4939827"/>
              <a:gd name="connsiteX77" fmla="*/ 11969720 w 12192000"/>
              <a:gd name="connsiteY77" fmla="*/ 964737 h 4939827"/>
              <a:gd name="connsiteX78" fmla="*/ 12055766 w 12192000"/>
              <a:gd name="connsiteY78" fmla="*/ 991268 h 4939827"/>
              <a:gd name="connsiteX79" fmla="*/ 12171539 w 12192000"/>
              <a:gd name="connsiteY79" fmla="*/ 995427 h 4939827"/>
              <a:gd name="connsiteX80" fmla="*/ 12187831 w 12192000"/>
              <a:gd name="connsiteY80" fmla="*/ 996580 h 4939827"/>
              <a:gd name="connsiteX81" fmla="*/ 12192000 w 12192000"/>
              <a:gd name="connsiteY81" fmla="*/ 996726 h 4939827"/>
              <a:gd name="connsiteX82" fmla="*/ 12192000 w 12192000"/>
              <a:gd name="connsiteY82" fmla="*/ 4939827 h 4939827"/>
              <a:gd name="connsiteX83" fmla="*/ 0 w 12192000"/>
              <a:gd name="connsiteY83" fmla="*/ 4939827 h 4939827"/>
              <a:gd name="connsiteX84" fmla="*/ 0 w 12192000"/>
              <a:gd name="connsiteY84" fmla="*/ 512043 h 4939827"/>
              <a:gd name="connsiteX85" fmla="*/ 7381 w 12192000"/>
              <a:gd name="connsiteY85" fmla="*/ 512580 h 4939827"/>
              <a:gd name="connsiteX86" fmla="*/ 100029 w 12192000"/>
              <a:gd name="connsiteY86" fmla="*/ 504758 h 4939827"/>
              <a:gd name="connsiteX87" fmla="*/ 155244 w 12192000"/>
              <a:gd name="connsiteY87" fmla="*/ 525130 h 4939827"/>
              <a:gd name="connsiteX88" fmla="*/ 254366 w 12192000"/>
              <a:gd name="connsiteY88" fmla="*/ 534449 h 4939827"/>
              <a:gd name="connsiteX89" fmla="*/ 447292 w 12192000"/>
              <a:gd name="connsiteY89" fmla="*/ 542725 h 4939827"/>
              <a:gd name="connsiteX90" fmla="*/ 628105 w 12192000"/>
              <a:gd name="connsiteY90" fmla="*/ 547853 h 4939827"/>
              <a:gd name="connsiteX91" fmla="*/ 783146 w 12192000"/>
              <a:gd name="connsiteY91" fmla="*/ 591799 h 4939827"/>
              <a:gd name="connsiteX92" fmla="*/ 1043676 w 12192000"/>
              <a:gd name="connsiteY92" fmla="*/ 591887 h 4939827"/>
              <a:gd name="connsiteX93" fmla="*/ 1281816 w 12192000"/>
              <a:gd name="connsiteY93" fmla="*/ 520946 h 4939827"/>
              <a:gd name="connsiteX94" fmla="*/ 1486347 w 12192000"/>
              <a:gd name="connsiteY94" fmla="*/ 487310 h 4939827"/>
              <a:gd name="connsiteX95" fmla="*/ 1568079 w 12192000"/>
              <a:gd name="connsiteY95" fmla="*/ 462531 h 4939827"/>
              <a:gd name="connsiteX96" fmla="*/ 1622516 w 12192000"/>
              <a:gd name="connsiteY96" fmla="*/ 466058 h 4939827"/>
              <a:gd name="connsiteX97" fmla="*/ 1655457 w 12192000"/>
              <a:gd name="connsiteY97" fmla="*/ 465359 h 4939827"/>
              <a:gd name="connsiteX98" fmla="*/ 1717454 w 12192000"/>
              <a:gd name="connsiteY98" fmla="*/ 417203 h 4939827"/>
              <a:gd name="connsiteX99" fmla="*/ 1913794 w 12192000"/>
              <a:gd name="connsiteY99" fmla="*/ 365255 h 4939827"/>
              <a:gd name="connsiteX100" fmla="*/ 2129762 w 12192000"/>
              <a:gd name="connsiteY100" fmla="*/ 367832 h 4939827"/>
              <a:gd name="connsiteX101" fmla="*/ 2376970 w 12192000"/>
              <a:gd name="connsiteY101" fmla="*/ 350129 h 4939827"/>
              <a:gd name="connsiteX102" fmla="*/ 2480155 w 12192000"/>
              <a:gd name="connsiteY102" fmla="*/ 359227 h 4939827"/>
              <a:gd name="connsiteX103" fmla="*/ 2586782 w 12192000"/>
              <a:gd name="connsiteY103" fmla="*/ 339352 h 4939827"/>
              <a:gd name="connsiteX104" fmla="*/ 2679617 w 12192000"/>
              <a:gd name="connsiteY104" fmla="*/ 305383 h 4939827"/>
              <a:gd name="connsiteX105" fmla="*/ 2788947 w 12192000"/>
              <a:gd name="connsiteY105" fmla="*/ 250375 h 4939827"/>
              <a:gd name="connsiteX106" fmla="*/ 2965530 w 12192000"/>
              <a:gd name="connsiteY106" fmla="*/ 245958 h 4939827"/>
              <a:gd name="connsiteX107" fmla="*/ 3103677 w 12192000"/>
              <a:gd name="connsiteY107" fmla="*/ 209527 h 4939827"/>
              <a:gd name="connsiteX108" fmla="*/ 3126759 w 12192000"/>
              <a:gd name="connsiteY108" fmla="*/ 211226 h 4939827"/>
              <a:gd name="connsiteX109" fmla="*/ 3164020 w 12192000"/>
              <a:gd name="connsiteY109" fmla="*/ 212779 h 4939827"/>
              <a:gd name="connsiteX110" fmla="*/ 3285019 w 12192000"/>
              <a:gd name="connsiteY110" fmla="*/ 220535 h 4939827"/>
              <a:gd name="connsiteX111" fmla="*/ 3365154 w 12192000"/>
              <a:gd name="connsiteY111" fmla="*/ 226416 h 4939827"/>
              <a:gd name="connsiteX112" fmla="*/ 3367507 w 12192000"/>
              <a:gd name="connsiteY112" fmla="*/ 225416 h 4939827"/>
              <a:gd name="connsiteX113" fmla="*/ 3387567 w 12192000"/>
              <a:gd name="connsiteY113" fmla="*/ 227103 h 4939827"/>
              <a:gd name="connsiteX114" fmla="*/ 3498001 w 12192000"/>
              <a:gd name="connsiteY114" fmla="*/ 231941 h 4939827"/>
              <a:gd name="connsiteX115" fmla="*/ 3561557 w 12192000"/>
              <a:gd name="connsiteY115" fmla="*/ 228095 h 4939827"/>
              <a:gd name="connsiteX116" fmla="*/ 3611920 w 12192000"/>
              <a:gd name="connsiteY116" fmla="*/ 218094 h 4939827"/>
              <a:gd name="connsiteX117" fmla="*/ 3620528 w 12192000"/>
              <a:gd name="connsiteY117" fmla="*/ 218788 h 4939827"/>
              <a:gd name="connsiteX118" fmla="*/ 3620766 w 12192000"/>
              <a:gd name="connsiteY118" fmla="*/ 218511 h 4939827"/>
              <a:gd name="connsiteX119" fmla="*/ 3629977 w 12192000"/>
              <a:gd name="connsiteY119" fmla="*/ 218664 h 4939827"/>
              <a:gd name="connsiteX120" fmla="*/ 3636217 w 12192000"/>
              <a:gd name="connsiteY120" fmla="*/ 220048 h 4939827"/>
              <a:gd name="connsiteX121" fmla="*/ 3709484 w 12192000"/>
              <a:gd name="connsiteY121" fmla="*/ 186927 h 4939827"/>
              <a:gd name="connsiteX122" fmla="*/ 3761342 w 12192000"/>
              <a:gd name="connsiteY122" fmla="*/ 177474 h 4939827"/>
              <a:gd name="connsiteX123" fmla="*/ 3799748 w 12192000"/>
              <a:gd name="connsiteY123" fmla="*/ 167154 h 4939827"/>
              <a:gd name="connsiteX124" fmla="*/ 3922756 w 12192000"/>
              <a:gd name="connsiteY124" fmla="*/ 194044 h 4939827"/>
              <a:gd name="connsiteX125" fmla="*/ 4028476 w 12192000"/>
              <a:gd name="connsiteY125" fmla="*/ 223679 h 4939827"/>
              <a:gd name="connsiteX126" fmla="*/ 4191582 w 12192000"/>
              <a:gd name="connsiteY126" fmla="*/ 238952 h 4939827"/>
              <a:gd name="connsiteX127" fmla="*/ 4251024 w 12192000"/>
              <a:gd name="connsiteY127" fmla="*/ 240874 h 4939827"/>
              <a:gd name="connsiteX128" fmla="*/ 4355275 w 12192000"/>
              <a:gd name="connsiteY128" fmla="*/ 260205 h 4939827"/>
              <a:gd name="connsiteX129" fmla="*/ 4423807 w 12192000"/>
              <a:gd name="connsiteY129" fmla="*/ 270366 h 4939827"/>
              <a:gd name="connsiteX130" fmla="*/ 4558432 w 12192000"/>
              <a:gd name="connsiteY130" fmla="*/ 269194 h 4939827"/>
              <a:gd name="connsiteX131" fmla="*/ 4635061 w 12192000"/>
              <a:gd name="connsiteY131" fmla="*/ 280682 h 4939827"/>
              <a:gd name="connsiteX132" fmla="*/ 4807427 w 12192000"/>
              <a:gd name="connsiteY132" fmla="*/ 276835 h 4939827"/>
              <a:gd name="connsiteX133" fmla="*/ 5028933 w 12192000"/>
              <a:gd name="connsiteY133" fmla="*/ 183887 h 4939827"/>
              <a:gd name="connsiteX134" fmla="*/ 5093642 w 12192000"/>
              <a:gd name="connsiteY134" fmla="*/ 177214 h 4939827"/>
              <a:gd name="connsiteX135" fmla="*/ 5102642 w 12192000"/>
              <a:gd name="connsiteY135" fmla="*/ 186816 h 4939827"/>
              <a:gd name="connsiteX136" fmla="*/ 5193590 w 12192000"/>
              <a:gd name="connsiteY136" fmla="*/ 156458 h 4939827"/>
              <a:gd name="connsiteX137" fmla="*/ 5323922 w 12192000"/>
              <a:gd name="connsiteY137" fmla="*/ 146332 h 4939827"/>
              <a:gd name="connsiteX138" fmla="*/ 5421860 w 12192000"/>
              <a:gd name="connsiteY138" fmla="*/ 167298 h 4939827"/>
              <a:gd name="connsiteX139" fmla="*/ 5476948 w 12192000"/>
              <a:gd name="connsiteY139" fmla="*/ 173249 h 4939827"/>
              <a:gd name="connsiteX140" fmla="*/ 5516842 w 12192000"/>
              <a:gd name="connsiteY140" fmla="*/ 184018 h 4939827"/>
              <a:gd name="connsiteX141" fmla="*/ 5619415 w 12192000"/>
              <a:gd name="connsiteY141" fmla="*/ 176781 h 4939827"/>
              <a:gd name="connsiteX142" fmla="*/ 5789867 w 12192000"/>
              <a:gd name="connsiteY142" fmla="*/ 150304 h 4939827"/>
              <a:gd name="connsiteX143" fmla="*/ 5825953 w 12192000"/>
              <a:gd name="connsiteY143" fmla="*/ 147907 h 4939827"/>
              <a:gd name="connsiteX144" fmla="*/ 5856168 w 12192000"/>
              <a:gd name="connsiteY144" fmla="*/ 158719 h 4939827"/>
              <a:gd name="connsiteX145" fmla="*/ 5862476 w 12192000"/>
              <a:gd name="connsiteY145" fmla="*/ 172447 h 4939827"/>
              <a:gd name="connsiteX146" fmla="*/ 5882195 w 12192000"/>
              <a:gd name="connsiteY146" fmla="*/ 173195 h 4939827"/>
              <a:gd name="connsiteX147" fmla="*/ 5952585 w 12192000"/>
              <a:gd name="connsiteY147" fmla="*/ 161012 h 4939827"/>
              <a:gd name="connsiteX148" fmla="*/ 6001964 w 12192000"/>
              <a:gd name="connsiteY148" fmla="*/ 154786 h 4939827"/>
              <a:gd name="connsiteX149" fmla="*/ 6184207 w 12192000"/>
              <a:gd name="connsiteY149" fmla="*/ 132658 h 4939827"/>
              <a:gd name="connsiteX150" fmla="*/ 6415830 w 12192000"/>
              <a:gd name="connsiteY150" fmla="*/ 136006 h 4939827"/>
              <a:gd name="connsiteX151" fmla="*/ 6756965 w 12192000"/>
              <a:gd name="connsiteY151" fmla="*/ 57636 h 4939827"/>
              <a:gd name="connsiteX152" fmla="*/ 6819400 w 12192000"/>
              <a:gd name="connsiteY152" fmla="*/ 30742 h 4939827"/>
              <a:gd name="connsiteX153" fmla="*/ 6986370 w 12192000"/>
              <a:gd name="connsiteY153" fmla="*/ 12659 h 4939827"/>
              <a:gd name="connsiteX154" fmla="*/ 6989536 w 12192000"/>
              <a:gd name="connsiteY154" fmla="*/ 14528 h 4939827"/>
              <a:gd name="connsiteX155" fmla="*/ 7015933 w 12192000"/>
              <a:gd name="connsiteY155" fmla="*/ 9653 h 4939827"/>
              <a:gd name="connsiteX156" fmla="*/ 7020592 w 12192000"/>
              <a:gd name="connsiteY156" fmla="*/ 1651 h 4939827"/>
              <a:gd name="connsiteX157" fmla="*/ 7025905 w 12192000"/>
              <a:gd name="connsiteY157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732750 w 12192000"/>
              <a:gd name="connsiteY13" fmla="*/ 145456 h 4939827"/>
              <a:gd name="connsiteX14" fmla="*/ 7785900 w 12192000"/>
              <a:gd name="connsiteY14" fmla="*/ 154493 h 4939827"/>
              <a:gd name="connsiteX15" fmla="*/ 7952584 w 12192000"/>
              <a:gd name="connsiteY15" fmla="*/ 170181 h 4939827"/>
              <a:gd name="connsiteX16" fmla="*/ 8058681 w 12192000"/>
              <a:gd name="connsiteY16" fmla="*/ 219431 h 4939827"/>
              <a:gd name="connsiteX17" fmla="*/ 8126175 w 12192000"/>
              <a:gd name="connsiteY17" fmla="*/ 240005 h 4939827"/>
              <a:gd name="connsiteX18" fmla="*/ 8281371 w 12192000"/>
              <a:gd name="connsiteY18" fmla="*/ 256875 h 4939827"/>
              <a:gd name="connsiteX19" fmla="*/ 8381609 w 12192000"/>
              <a:gd name="connsiteY19" fmla="*/ 240618 h 4939827"/>
              <a:gd name="connsiteX20" fmla="*/ 8406759 w 12192000"/>
              <a:gd name="connsiteY20" fmla="*/ 232517 h 4939827"/>
              <a:gd name="connsiteX21" fmla="*/ 8426506 w 12192000"/>
              <a:gd name="connsiteY21" fmla="*/ 241842 h 4939827"/>
              <a:gd name="connsiteX22" fmla="*/ 8427949 w 12192000"/>
              <a:gd name="connsiteY22" fmla="*/ 240981 h 4939827"/>
              <a:gd name="connsiteX23" fmla="*/ 8441468 w 12192000"/>
              <a:gd name="connsiteY23" fmla="*/ 241157 h 4939827"/>
              <a:gd name="connsiteX24" fmla="*/ 8565757 w 12192000"/>
              <a:gd name="connsiteY24" fmla="*/ 255317 h 4939827"/>
              <a:gd name="connsiteX25" fmla="*/ 8573171 w 12192000"/>
              <a:gd name="connsiteY25" fmla="*/ 258426 h 4939827"/>
              <a:gd name="connsiteX26" fmla="*/ 8573548 w 12192000"/>
              <a:gd name="connsiteY26" fmla="*/ 258241 h 4939827"/>
              <a:gd name="connsiteX27" fmla="*/ 8622021 w 12192000"/>
              <a:gd name="connsiteY27" fmla="*/ 261028 h 4939827"/>
              <a:gd name="connsiteX28" fmla="*/ 8672650 w 12192000"/>
              <a:gd name="connsiteY28" fmla="*/ 254821 h 4939827"/>
              <a:gd name="connsiteX29" fmla="*/ 8785543 w 12192000"/>
              <a:gd name="connsiteY29" fmla="*/ 263406 h 4939827"/>
              <a:gd name="connsiteX30" fmla="*/ 8830588 w 12192000"/>
              <a:gd name="connsiteY30" fmla="*/ 265483 h 4939827"/>
              <a:gd name="connsiteX31" fmla="*/ 8905142 w 12192000"/>
              <a:gd name="connsiteY31" fmla="*/ 264958 h 4939827"/>
              <a:gd name="connsiteX32" fmla="*/ 8968582 w 12192000"/>
              <a:gd name="connsiteY32" fmla="*/ 262728 h 4939827"/>
              <a:gd name="connsiteX33" fmla="*/ 8972994 w 12192000"/>
              <a:gd name="connsiteY33" fmla="*/ 263284 h 4939827"/>
              <a:gd name="connsiteX34" fmla="*/ 9004605 w 12192000"/>
              <a:gd name="connsiteY34" fmla="*/ 258041 h 4939827"/>
              <a:gd name="connsiteX35" fmla="*/ 9016165 w 12192000"/>
              <a:gd name="connsiteY35" fmla="*/ 261258 h 4939827"/>
              <a:gd name="connsiteX36" fmla="*/ 9043297 w 12192000"/>
              <a:gd name="connsiteY36" fmla="*/ 281547 h 4939827"/>
              <a:gd name="connsiteX37" fmla="*/ 9048315 w 12192000"/>
              <a:gd name="connsiteY37" fmla="*/ 279264 h 4939827"/>
              <a:gd name="connsiteX38" fmla="*/ 9054706 w 12192000"/>
              <a:gd name="connsiteY38" fmla="*/ 278538 h 4939827"/>
              <a:gd name="connsiteX39" fmla="*/ 9070919 w 12192000"/>
              <a:gd name="connsiteY39" fmla="*/ 281810 h 4939827"/>
              <a:gd name="connsiteX40" fmla="*/ 9076813 w 12192000"/>
              <a:gd name="connsiteY40" fmla="*/ 283909 h 4939827"/>
              <a:gd name="connsiteX41" fmla="*/ 9085871 w 12192000"/>
              <a:gd name="connsiteY41" fmla="*/ 285133 h 4939827"/>
              <a:gd name="connsiteX42" fmla="*/ 9086159 w 12192000"/>
              <a:gd name="connsiteY42" fmla="*/ 284887 h 4939827"/>
              <a:gd name="connsiteX43" fmla="*/ 9134606 w 12192000"/>
              <a:gd name="connsiteY43" fmla="*/ 288168 h 4939827"/>
              <a:gd name="connsiteX44" fmla="*/ 9195590 w 12192000"/>
              <a:gd name="connsiteY44" fmla="*/ 279568 h 4939827"/>
              <a:gd name="connsiteX45" fmla="*/ 9219336 w 12192000"/>
              <a:gd name="connsiteY45" fmla="*/ 278133 h 4939827"/>
              <a:gd name="connsiteX46" fmla="*/ 9232362 w 12192000"/>
              <a:gd name="connsiteY46" fmla="*/ 275894 h 4939827"/>
              <a:gd name="connsiteX47" fmla="*/ 9283638 w 12192000"/>
              <a:gd name="connsiteY47" fmla="*/ 299924 h 4939827"/>
              <a:gd name="connsiteX48" fmla="*/ 9371484 w 12192000"/>
              <a:gd name="connsiteY48" fmla="*/ 329634 h 4939827"/>
              <a:gd name="connsiteX49" fmla="*/ 9404829 w 12192000"/>
              <a:gd name="connsiteY49" fmla="*/ 339038 h 4939827"/>
              <a:gd name="connsiteX50" fmla="*/ 9427021 w 12192000"/>
              <a:gd name="connsiteY50" fmla="*/ 358784 h 4939827"/>
              <a:gd name="connsiteX51" fmla="*/ 9670844 w 12192000"/>
              <a:gd name="connsiteY51" fmla="*/ 405128 h 4939827"/>
              <a:gd name="connsiteX52" fmla="*/ 9816083 w 12192000"/>
              <a:gd name="connsiteY52" fmla="*/ 416573 h 4939827"/>
              <a:gd name="connsiteX53" fmla="*/ 9936741 w 12192000"/>
              <a:gd name="connsiteY53" fmla="*/ 437044 h 4939827"/>
              <a:gd name="connsiteX54" fmla="*/ 10050093 w 12192000"/>
              <a:gd name="connsiteY54" fmla="*/ 443783 h 4939827"/>
              <a:gd name="connsiteX55" fmla="*/ 10130090 w 12192000"/>
              <a:gd name="connsiteY55" fmla="*/ 459520 h 4939827"/>
              <a:gd name="connsiteX56" fmla="*/ 10173456 w 12192000"/>
              <a:gd name="connsiteY56" fmla="*/ 457749 h 4939827"/>
              <a:gd name="connsiteX57" fmla="*/ 10218232 w 12192000"/>
              <a:gd name="connsiteY57" fmla="*/ 459820 h 4939827"/>
              <a:gd name="connsiteX58" fmla="*/ 10354176 w 12192000"/>
              <a:gd name="connsiteY58" fmla="*/ 471377 h 4939827"/>
              <a:gd name="connsiteX59" fmla="*/ 10430681 w 12192000"/>
              <a:gd name="connsiteY59" fmla="*/ 481226 h 4939827"/>
              <a:gd name="connsiteX60" fmla="*/ 10478169 w 12192000"/>
              <a:gd name="connsiteY60" fmla="*/ 481774 h 4939827"/>
              <a:gd name="connsiteX61" fmla="*/ 10540907 w 12192000"/>
              <a:gd name="connsiteY61" fmla="*/ 485607 h 4939827"/>
              <a:gd name="connsiteX62" fmla="*/ 10614941 w 12192000"/>
              <a:gd name="connsiteY62" fmla="*/ 487592 h 4939827"/>
              <a:gd name="connsiteX63" fmla="*/ 10674098 w 12192000"/>
              <a:gd name="connsiteY63" fmla="*/ 521656 h 4939827"/>
              <a:gd name="connsiteX64" fmla="*/ 10874834 w 12192000"/>
              <a:gd name="connsiteY64" fmla="*/ 574867 h 4939827"/>
              <a:gd name="connsiteX65" fmla="*/ 10944981 w 12192000"/>
              <a:gd name="connsiteY65" fmla="*/ 615042 h 4939827"/>
              <a:gd name="connsiteX66" fmla="*/ 11006376 w 12192000"/>
              <a:gd name="connsiteY66" fmla="*/ 645957 h 4939827"/>
              <a:gd name="connsiteX67" fmla="*/ 11076308 w 12192000"/>
              <a:gd name="connsiteY67" fmla="*/ 675698 h 4939827"/>
              <a:gd name="connsiteX68" fmla="*/ 11148789 w 12192000"/>
              <a:gd name="connsiteY68" fmla="*/ 685041 h 4939827"/>
              <a:gd name="connsiteX69" fmla="*/ 11249129 w 12192000"/>
              <a:gd name="connsiteY69" fmla="*/ 684218 h 4939827"/>
              <a:gd name="connsiteX70" fmla="*/ 11299915 w 12192000"/>
              <a:gd name="connsiteY70" fmla="*/ 692177 h 4939827"/>
              <a:gd name="connsiteX71" fmla="*/ 11386973 w 12192000"/>
              <a:gd name="connsiteY71" fmla="*/ 708209 h 4939827"/>
              <a:gd name="connsiteX72" fmla="*/ 11500105 w 12192000"/>
              <a:gd name="connsiteY72" fmla="*/ 735014 h 4939827"/>
              <a:gd name="connsiteX73" fmla="*/ 11621735 w 12192000"/>
              <a:gd name="connsiteY73" fmla="*/ 789584 h 4939827"/>
              <a:gd name="connsiteX74" fmla="*/ 11691200 w 12192000"/>
              <a:gd name="connsiteY74" fmla="*/ 867902 h 4939827"/>
              <a:gd name="connsiteX75" fmla="*/ 11819427 w 12192000"/>
              <a:gd name="connsiteY75" fmla="*/ 911634 h 4939827"/>
              <a:gd name="connsiteX76" fmla="*/ 11969720 w 12192000"/>
              <a:gd name="connsiteY76" fmla="*/ 964737 h 4939827"/>
              <a:gd name="connsiteX77" fmla="*/ 12055766 w 12192000"/>
              <a:gd name="connsiteY77" fmla="*/ 991268 h 4939827"/>
              <a:gd name="connsiteX78" fmla="*/ 12171539 w 12192000"/>
              <a:gd name="connsiteY78" fmla="*/ 995427 h 4939827"/>
              <a:gd name="connsiteX79" fmla="*/ 12187831 w 12192000"/>
              <a:gd name="connsiteY79" fmla="*/ 996580 h 4939827"/>
              <a:gd name="connsiteX80" fmla="*/ 12192000 w 12192000"/>
              <a:gd name="connsiteY80" fmla="*/ 996726 h 4939827"/>
              <a:gd name="connsiteX81" fmla="*/ 12192000 w 12192000"/>
              <a:gd name="connsiteY81" fmla="*/ 4939827 h 4939827"/>
              <a:gd name="connsiteX82" fmla="*/ 0 w 12192000"/>
              <a:gd name="connsiteY82" fmla="*/ 4939827 h 4939827"/>
              <a:gd name="connsiteX83" fmla="*/ 0 w 12192000"/>
              <a:gd name="connsiteY83" fmla="*/ 512043 h 4939827"/>
              <a:gd name="connsiteX84" fmla="*/ 7381 w 12192000"/>
              <a:gd name="connsiteY84" fmla="*/ 512580 h 4939827"/>
              <a:gd name="connsiteX85" fmla="*/ 100029 w 12192000"/>
              <a:gd name="connsiteY85" fmla="*/ 504758 h 4939827"/>
              <a:gd name="connsiteX86" fmla="*/ 155244 w 12192000"/>
              <a:gd name="connsiteY86" fmla="*/ 525130 h 4939827"/>
              <a:gd name="connsiteX87" fmla="*/ 254366 w 12192000"/>
              <a:gd name="connsiteY87" fmla="*/ 534449 h 4939827"/>
              <a:gd name="connsiteX88" fmla="*/ 447292 w 12192000"/>
              <a:gd name="connsiteY88" fmla="*/ 542725 h 4939827"/>
              <a:gd name="connsiteX89" fmla="*/ 628105 w 12192000"/>
              <a:gd name="connsiteY89" fmla="*/ 547853 h 4939827"/>
              <a:gd name="connsiteX90" fmla="*/ 783146 w 12192000"/>
              <a:gd name="connsiteY90" fmla="*/ 591799 h 4939827"/>
              <a:gd name="connsiteX91" fmla="*/ 1043676 w 12192000"/>
              <a:gd name="connsiteY91" fmla="*/ 591887 h 4939827"/>
              <a:gd name="connsiteX92" fmla="*/ 1281816 w 12192000"/>
              <a:gd name="connsiteY92" fmla="*/ 520946 h 4939827"/>
              <a:gd name="connsiteX93" fmla="*/ 1486347 w 12192000"/>
              <a:gd name="connsiteY93" fmla="*/ 487310 h 4939827"/>
              <a:gd name="connsiteX94" fmla="*/ 1568079 w 12192000"/>
              <a:gd name="connsiteY94" fmla="*/ 462531 h 4939827"/>
              <a:gd name="connsiteX95" fmla="*/ 1622516 w 12192000"/>
              <a:gd name="connsiteY95" fmla="*/ 466058 h 4939827"/>
              <a:gd name="connsiteX96" fmla="*/ 1655457 w 12192000"/>
              <a:gd name="connsiteY96" fmla="*/ 465359 h 4939827"/>
              <a:gd name="connsiteX97" fmla="*/ 1717454 w 12192000"/>
              <a:gd name="connsiteY97" fmla="*/ 417203 h 4939827"/>
              <a:gd name="connsiteX98" fmla="*/ 1913794 w 12192000"/>
              <a:gd name="connsiteY98" fmla="*/ 365255 h 4939827"/>
              <a:gd name="connsiteX99" fmla="*/ 2129762 w 12192000"/>
              <a:gd name="connsiteY99" fmla="*/ 367832 h 4939827"/>
              <a:gd name="connsiteX100" fmla="*/ 2376970 w 12192000"/>
              <a:gd name="connsiteY100" fmla="*/ 350129 h 4939827"/>
              <a:gd name="connsiteX101" fmla="*/ 2480155 w 12192000"/>
              <a:gd name="connsiteY101" fmla="*/ 359227 h 4939827"/>
              <a:gd name="connsiteX102" fmla="*/ 2586782 w 12192000"/>
              <a:gd name="connsiteY102" fmla="*/ 339352 h 4939827"/>
              <a:gd name="connsiteX103" fmla="*/ 2679617 w 12192000"/>
              <a:gd name="connsiteY103" fmla="*/ 305383 h 4939827"/>
              <a:gd name="connsiteX104" fmla="*/ 2788947 w 12192000"/>
              <a:gd name="connsiteY104" fmla="*/ 250375 h 4939827"/>
              <a:gd name="connsiteX105" fmla="*/ 2965530 w 12192000"/>
              <a:gd name="connsiteY105" fmla="*/ 245958 h 4939827"/>
              <a:gd name="connsiteX106" fmla="*/ 3103677 w 12192000"/>
              <a:gd name="connsiteY106" fmla="*/ 209527 h 4939827"/>
              <a:gd name="connsiteX107" fmla="*/ 3126759 w 12192000"/>
              <a:gd name="connsiteY107" fmla="*/ 211226 h 4939827"/>
              <a:gd name="connsiteX108" fmla="*/ 3164020 w 12192000"/>
              <a:gd name="connsiteY108" fmla="*/ 212779 h 4939827"/>
              <a:gd name="connsiteX109" fmla="*/ 3285019 w 12192000"/>
              <a:gd name="connsiteY109" fmla="*/ 220535 h 4939827"/>
              <a:gd name="connsiteX110" fmla="*/ 3365154 w 12192000"/>
              <a:gd name="connsiteY110" fmla="*/ 226416 h 4939827"/>
              <a:gd name="connsiteX111" fmla="*/ 3367507 w 12192000"/>
              <a:gd name="connsiteY111" fmla="*/ 225416 h 4939827"/>
              <a:gd name="connsiteX112" fmla="*/ 3387567 w 12192000"/>
              <a:gd name="connsiteY112" fmla="*/ 227103 h 4939827"/>
              <a:gd name="connsiteX113" fmla="*/ 3498001 w 12192000"/>
              <a:gd name="connsiteY113" fmla="*/ 231941 h 4939827"/>
              <a:gd name="connsiteX114" fmla="*/ 3561557 w 12192000"/>
              <a:gd name="connsiteY114" fmla="*/ 228095 h 4939827"/>
              <a:gd name="connsiteX115" fmla="*/ 3611920 w 12192000"/>
              <a:gd name="connsiteY115" fmla="*/ 218094 h 4939827"/>
              <a:gd name="connsiteX116" fmla="*/ 3620528 w 12192000"/>
              <a:gd name="connsiteY116" fmla="*/ 218788 h 4939827"/>
              <a:gd name="connsiteX117" fmla="*/ 3620766 w 12192000"/>
              <a:gd name="connsiteY117" fmla="*/ 218511 h 4939827"/>
              <a:gd name="connsiteX118" fmla="*/ 3629977 w 12192000"/>
              <a:gd name="connsiteY118" fmla="*/ 218664 h 4939827"/>
              <a:gd name="connsiteX119" fmla="*/ 3636217 w 12192000"/>
              <a:gd name="connsiteY119" fmla="*/ 220048 h 4939827"/>
              <a:gd name="connsiteX120" fmla="*/ 3709484 w 12192000"/>
              <a:gd name="connsiteY120" fmla="*/ 186927 h 4939827"/>
              <a:gd name="connsiteX121" fmla="*/ 3761342 w 12192000"/>
              <a:gd name="connsiteY121" fmla="*/ 177474 h 4939827"/>
              <a:gd name="connsiteX122" fmla="*/ 3799748 w 12192000"/>
              <a:gd name="connsiteY122" fmla="*/ 167154 h 4939827"/>
              <a:gd name="connsiteX123" fmla="*/ 3922756 w 12192000"/>
              <a:gd name="connsiteY123" fmla="*/ 194044 h 4939827"/>
              <a:gd name="connsiteX124" fmla="*/ 4028476 w 12192000"/>
              <a:gd name="connsiteY124" fmla="*/ 223679 h 4939827"/>
              <a:gd name="connsiteX125" fmla="*/ 4191582 w 12192000"/>
              <a:gd name="connsiteY125" fmla="*/ 238952 h 4939827"/>
              <a:gd name="connsiteX126" fmla="*/ 4251024 w 12192000"/>
              <a:gd name="connsiteY126" fmla="*/ 240874 h 4939827"/>
              <a:gd name="connsiteX127" fmla="*/ 4355275 w 12192000"/>
              <a:gd name="connsiteY127" fmla="*/ 260205 h 4939827"/>
              <a:gd name="connsiteX128" fmla="*/ 4423807 w 12192000"/>
              <a:gd name="connsiteY128" fmla="*/ 270366 h 4939827"/>
              <a:gd name="connsiteX129" fmla="*/ 4558432 w 12192000"/>
              <a:gd name="connsiteY129" fmla="*/ 269194 h 4939827"/>
              <a:gd name="connsiteX130" fmla="*/ 4635061 w 12192000"/>
              <a:gd name="connsiteY130" fmla="*/ 280682 h 4939827"/>
              <a:gd name="connsiteX131" fmla="*/ 4807427 w 12192000"/>
              <a:gd name="connsiteY131" fmla="*/ 276835 h 4939827"/>
              <a:gd name="connsiteX132" fmla="*/ 5028933 w 12192000"/>
              <a:gd name="connsiteY132" fmla="*/ 183887 h 4939827"/>
              <a:gd name="connsiteX133" fmla="*/ 5093642 w 12192000"/>
              <a:gd name="connsiteY133" fmla="*/ 177214 h 4939827"/>
              <a:gd name="connsiteX134" fmla="*/ 5102642 w 12192000"/>
              <a:gd name="connsiteY134" fmla="*/ 186816 h 4939827"/>
              <a:gd name="connsiteX135" fmla="*/ 5193590 w 12192000"/>
              <a:gd name="connsiteY135" fmla="*/ 156458 h 4939827"/>
              <a:gd name="connsiteX136" fmla="*/ 5323922 w 12192000"/>
              <a:gd name="connsiteY136" fmla="*/ 146332 h 4939827"/>
              <a:gd name="connsiteX137" fmla="*/ 5421860 w 12192000"/>
              <a:gd name="connsiteY137" fmla="*/ 167298 h 4939827"/>
              <a:gd name="connsiteX138" fmla="*/ 5476948 w 12192000"/>
              <a:gd name="connsiteY138" fmla="*/ 173249 h 4939827"/>
              <a:gd name="connsiteX139" fmla="*/ 5516842 w 12192000"/>
              <a:gd name="connsiteY139" fmla="*/ 184018 h 4939827"/>
              <a:gd name="connsiteX140" fmla="*/ 5619415 w 12192000"/>
              <a:gd name="connsiteY140" fmla="*/ 176781 h 4939827"/>
              <a:gd name="connsiteX141" fmla="*/ 5789867 w 12192000"/>
              <a:gd name="connsiteY141" fmla="*/ 150304 h 4939827"/>
              <a:gd name="connsiteX142" fmla="*/ 5825953 w 12192000"/>
              <a:gd name="connsiteY142" fmla="*/ 147907 h 4939827"/>
              <a:gd name="connsiteX143" fmla="*/ 5856168 w 12192000"/>
              <a:gd name="connsiteY143" fmla="*/ 158719 h 4939827"/>
              <a:gd name="connsiteX144" fmla="*/ 5862476 w 12192000"/>
              <a:gd name="connsiteY144" fmla="*/ 172447 h 4939827"/>
              <a:gd name="connsiteX145" fmla="*/ 5882195 w 12192000"/>
              <a:gd name="connsiteY145" fmla="*/ 173195 h 4939827"/>
              <a:gd name="connsiteX146" fmla="*/ 5952585 w 12192000"/>
              <a:gd name="connsiteY146" fmla="*/ 161012 h 4939827"/>
              <a:gd name="connsiteX147" fmla="*/ 6001964 w 12192000"/>
              <a:gd name="connsiteY147" fmla="*/ 154786 h 4939827"/>
              <a:gd name="connsiteX148" fmla="*/ 6184207 w 12192000"/>
              <a:gd name="connsiteY148" fmla="*/ 132658 h 4939827"/>
              <a:gd name="connsiteX149" fmla="*/ 6415830 w 12192000"/>
              <a:gd name="connsiteY149" fmla="*/ 136006 h 4939827"/>
              <a:gd name="connsiteX150" fmla="*/ 6756965 w 12192000"/>
              <a:gd name="connsiteY150" fmla="*/ 57636 h 4939827"/>
              <a:gd name="connsiteX151" fmla="*/ 6819400 w 12192000"/>
              <a:gd name="connsiteY151" fmla="*/ 30742 h 4939827"/>
              <a:gd name="connsiteX152" fmla="*/ 6986370 w 12192000"/>
              <a:gd name="connsiteY152" fmla="*/ 12659 h 4939827"/>
              <a:gd name="connsiteX153" fmla="*/ 6989536 w 12192000"/>
              <a:gd name="connsiteY153" fmla="*/ 14528 h 4939827"/>
              <a:gd name="connsiteX154" fmla="*/ 7015933 w 12192000"/>
              <a:gd name="connsiteY154" fmla="*/ 9653 h 4939827"/>
              <a:gd name="connsiteX155" fmla="*/ 7020592 w 12192000"/>
              <a:gd name="connsiteY155" fmla="*/ 1651 h 4939827"/>
              <a:gd name="connsiteX156" fmla="*/ 7025905 w 12192000"/>
              <a:gd name="connsiteY156" fmla="*/ 0 h 4939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</a:cxnLst>
            <a:rect l="l" t="t" r="r" b="b"/>
            <a:pathLst>
              <a:path w="12192000" h="4939827">
                <a:moveTo>
                  <a:pt x="7025905" y="0"/>
                </a:moveTo>
                <a:lnTo>
                  <a:pt x="7032579" y="2808"/>
                </a:lnTo>
                <a:cubicBezTo>
                  <a:pt x="7044119" y="6590"/>
                  <a:pt x="7059062" y="10207"/>
                  <a:pt x="7079505" y="12971"/>
                </a:cubicBezTo>
                <a:cubicBezTo>
                  <a:pt x="7111522" y="10537"/>
                  <a:pt x="7122591" y="11519"/>
                  <a:pt x="7158791" y="12462"/>
                </a:cubicBezTo>
                <a:lnTo>
                  <a:pt x="7233338" y="24846"/>
                </a:lnTo>
                <a:cubicBezTo>
                  <a:pt x="7247177" y="23787"/>
                  <a:pt x="7254856" y="25962"/>
                  <a:pt x="7259791" y="29557"/>
                </a:cubicBezTo>
                <a:lnTo>
                  <a:pt x="7263923" y="35029"/>
                </a:lnTo>
                <a:lnTo>
                  <a:pt x="7281549" y="39654"/>
                </a:lnTo>
                <a:lnTo>
                  <a:pt x="7374735" y="65326"/>
                </a:lnTo>
                <a:lnTo>
                  <a:pt x="7376078" y="63849"/>
                </a:lnTo>
                <a:lnTo>
                  <a:pt x="7402026" y="60308"/>
                </a:lnTo>
                <a:lnTo>
                  <a:pt x="7415091" y="77403"/>
                </a:lnTo>
                <a:cubicBezTo>
                  <a:pt x="7421672" y="79965"/>
                  <a:pt x="7475806" y="92960"/>
                  <a:pt x="7488682" y="83440"/>
                </a:cubicBezTo>
                <a:cubicBezTo>
                  <a:pt x="7541625" y="94782"/>
                  <a:pt x="7683214" y="133614"/>
                  <a:pt x="7732750" y="145456"/>
                </a:cubicBezTo>
                <a:cubicBezTo>
                  <a:pt x="7748318" y="162765"/>
                  <a:pt x="7764581" y="171696"/>
                  <a:pt x="7785900" y="154493"/>
                </a:cubicBezTo>
                <a:cubicBezTo>
                  <a:pt x="7822539" y="158614"/>
                  <a:pt x="7915312" y="166523"/>
                  <a:pt x="7952584" y="170181"/>
                </a:cubicBezTo>
                <a:cubicBezTo>
                  <a:pt x="7998047" y="181004"/>
                  <a:pt x="8029749" y="207794"/>
                  <a:pt x="8058681" y="219431"/>
                </a:cubicBezTo>
                <a:cubicBezTo>
                  <a:pt x="8095466" y="185885"/>
                  <a:pt x="8090835" y="241759"/>
                  <a:pt x="8126175" y="240005"/>
                </a:cubicBezTo>
                <a:cubicBezTo>
                  <a:pt x="8163290" y="246246"/>
                  <a:pt x="8238799" y="256773"/>
                  <a:pt x="8281371" y="256875"/>
                </a:cubicBezTo>
                <a:cubicBezTo>
                  <a:pt x="8313651" y="251026"/>
                  <a:pt x="8346882" y="248570"/>
                  <a:pt x="8381609" y="240618"/>
                </a:cubicBezTo>
                <a:lnTo>
                  <a:pt x="8406759" y="232517"/>
                </a:lnTo>
                <a:lnTo>
                  <a:pt x="8426506" y="241842"/>
                </a:lnTo>
                <a:lnTo>
                  <a:pt x="8427949" y="240981"/>
                </a:lnTo>
                <a:cubicBezTo>
                  <a:pt x="8431925" y="239458"/>
                  <a:pt x="8436260" y="239096"/>
                  <a:pt x="8441468" y="241157"/>
                </a:cubicBezTo>
                <a:lnTo>
                  <a:pt x="8565757" y="255317"/>
                </a:lnTo>
                <a:lnTo>
                  <a:pt x="8573171" y="258426"/>
                </a:lnTo>
                <a:lnTo>
                  <a:pt x="8573548" y="258241"/>
                </a:lnTo>
                <a:cubicBezTo>
                  <a:pt x="8575650" y="258391"/>
                  <a:pt x="8618469" y="259217"/>
                  <a:pt x="8622021" y="261028"/>
                </a:cubicBezTo>
                <a:lnTo>
                  <a:pt x="8672650" y="254821"/>
                </a:lnTo>
                <a:cubicBezTo>
                  <a:pt x="8716151" y="260353"/>
                  <a:pt x="8748971" y="243487"/>
                  <a:pt x="8785543" y="263406"/>
                </a:cubicBezTo>
                <a:cubicBezTo>
                  <a:pt x="8826293" y="268498"/>
                  <a:pt x="8797654" y="254573"/>
                  <a:pt x="8830588" y="265483"/>
                </a:cubicBezTo>
                <a:cubicBezTo>
                  <a:pt x="8849202" y="267272"/>
                  <a:pt x="8877544" y="266277"/>
                  <a:pt x="8905142" y="264958"/>
                </a:cubicBezTo>
                <a:lnTo>
                  <a:pt x="8968582" y="262728"/>
                </a:lnTo>
                <a:lnTo>
                  <a:pt x="8972994" y="263284"/>
                </a:lnTo>
                <a:lnTo>
                  <a:pt x="9004605" y="258041"/>
                </a:lnTo>
                <a:lnTo>
                  <a:pt x="9016165" y="261258"/>
                </a:lnTo>
                <a:cubicBezTo>
                  <a:pt x="9028775" y="267579"/>
                  <a:pt x="9039083" y="277488"/>
                  <a:pt x="9043297" y="281547"/>
                </a:cubicBezTo>
                <a:lnTo>
                  <a:pt x="9048315" y="279264"/>
                </a:lnTo>
                <a:lnTo>
                  <a:pt x="9054706" y="278538"/>
                </a:lnTo>
                <a:lnTo>
                  <a:pt x="9070919" y="281810"/>
                </a:lnTo>
                <a:lnTo>
                  <a:pt x="9076813" y="283909"/>
                </a:lnTo>
                <a:cubicBezTo>
                  <a:pt x="9080948" y="285030"/>
                  <a:pt x="9083794" y="285362"/>
                  <a:pt x="9085871" y="285133"/>
                </a:cubicBezTo>
                <a:lnTo>
                  <a:pt x="9086159" y="284887"/>
                </a:lnTo>
                <a:lnTo>
                  <a:pt x="9134606" y="288168"/>
                </a:lnTo>
                <a:cubicBezTo>
                  <a:pt x="9149441" y="274272"/>
                  <a:pt x="9194106" y="309414"/>
                  <a:pt x="9195590" y="279568"/>
                </a:cubicBezTo>
                <a:cubicBezTo>
                  <a:pt x="9212898" y="284479"/>
                  <a:pt x="9220866" y="298055"/>
                  <a:pt x="9219336" y="278133"/>
                </a:cubicBezTo>
                <a:cubicBezTo>
                  <a:pt x="9225159" y="279201"/>
                  <a:pt x="9229164" y="278078"/>
                  <a:pt x="9232362" y="275894"/>
                </a:cubicBezTo>
                <a:lnTo>
                  <a:pt x="9283638" y="299924"/>
                </a:lnTo>
                <a:lnTo>
                  <a:pt x="9371484" y="329634"/>
                </a:lnTo>
                <a:lnTo>
                  <a:pt x="9404829" y="339038"/>
                </a:lnTo>
                <a:lnTo>
                  <a:pt x="9427021" y="358784"/>
                </a:lnTo>
                <a:cubicBezTo>
                  <a:pt x="9500124" y="364086"/>
                  <a:pt x="9604652" y="390635"/>
                  <a:pt x="9670844" y="405128"/>
                </a:cubicBezTo>
                <a:cubicBezTo>
                  <a:pt x="9688531" y="417998"/>
                  <a:pt x="9762277" y="426463"/>
                  <a:pt x="9816083" y="416573"/>
                </a:cubicBezTo>
                <a:lnTo>
                  <a:pt x="9936741" y="437044"/>
                </a:lnTo>
                <a:cubicBezTo>
                  <a:pt x="9978091" y="447025"/>
                  <a:pt x="10008641" y="443705"/>
                  <a:pt x="10050093" y="443783"/>
                </a:cubicBezTo>
                <a:cubicBezTo>
                  <a:pt x="10074709" y="448779"/>
                  <a:pt x="10088915" y="449258"/>
                  <a:pt x="10130090" y="459520"/>
                </a:cubicBezTo>
                <a:cubicBezTo>
                  <a:pt x="10137791" y="458564"/>
                  <a:pt x="10165777" y="459877"/>
                  <a:pt x="10173456" y="457749"/>
                </a:cubicBezTo>
                <a:lnTo>
                  <a:pt x="10218232" y="459820"/>
                </a:lnTo>
                <a:lnTo>
                  <a:pt x="10354176" y="471377"/>
                </a:lnTo>
                <a:cubicBezTo>
                  <a:pt x="10367946" y="478917"/>
                  <a:pt x="10417270" y="488110"/>
                  <a:pt x="10430681" y="481226"/>
                </a:cubicBezTo>
                <a:cubicBezTo>
                  <a:pt x="10441804" y="481366"/>
                  <a:pt x="10469025" y="490181"/>
                  <a:pt x="10478169" y="481774"/>
                </a:cubicBezTo>
                <a:cubicBezTo>
                  <a:pt x="10503830" y="488972"/>
                  <a:pt x="10531359" y="489751"/>
                  <a:pt x="10540907" y="485607"/>
                </a:cubicBezTo>
                <a:cubicBezTo>
                  <a:pt x="10569054" y="475472"/>
                  <a:pt x="10590882" y="489185"/>
                  <a:pt x="10614941" y="487592"/>
                </a:cubicBezTo>
                <a:cubicBezTo>
                  <a:pt x="10654657" y="492458"/>
                  <a:pt x="10645652" y="516778"/>
                  <a:pt x="10674098" y="521656"/>
                </a:cubicBezTo>
                <a:cubicBezTo>
                  <a:pt x="10737163" y="537583"/>
                  <a:pt x="10829686" y="559302"/>
                  <a:pt x="10874834" y="574867"/>
                </a:cubicBezTo>
                <a:cubicBezTo>
                  <a:pt x="10919981" y="590432"/>
                  <a:pt x="10878682" y="577481"/>
                  <a:pt x="10944981" y="615042"/>
                </a:cubicBezTo>
                <a:cubicBezTo>
                  <a:pt x="10976235" y="616974"/>
                  <a:pt x="10982969" y="648568"/>
                  <a:pt x="11006376" y="645957"/>
                </a:cubicBezTo>
                <a:cubicBezTo>
                  <a:pt x="11005343" y="630631"/>
                  <a:pt x="11047577" y="676048"/>
                  <a:pt x="11076308" y="675698"/>
                </a:cubicBezTo>
                <a:cubicBezTo>
                  <a:pt x="11093142" y="677175"/>
                  <a:pt x="11131116" y="681348"/>
                  <a:pt x="11148789" y="685041"/>
                </a:cubicBezTo>
                <a:cubicBezTo>
                  <a:pt x="11177310" y="688243"/>
                  <a:pt x="11217768" y="714725"/>
                  <a:pt x="11249129" y="684218"/>
                </a:cubicBezTo>
                <a:cubicBezTo>
                  <a:pt x="11276269" y="697037"/>
                  <a:pt x="11257432" y="693670"/>
                  <a:pt x="11299915" y="692177"/>
                </a:cubicBezTo>
                <a:cubicBezTo>
                  <a:pt x="11314401" y="703224"/>
                  <a:pt x="11371412" y="714421"/>
                  <a:pt x="11386973" y="708209"/>
                </a:cubicBezTo>
                <a:cubicBezTo>
                  <a:pt x="11425657" y="716286"/>
                  <a:pt x="11454555" y="715485"/>
                  <a:pt x="11500105" y="735014"/>
                </a:cubicBezTo>
                <a:cubicBezTo>
                  <a:pt x="11545172" y="751781"/>
                  <a:pt x="11573053" y="787789"/>
                  <a:pt x="11621735" y="789584"/>
                </a:cubicBezTo>
                <a:lnTo>
                  <a:pt x="11691200" y="867902"/>
                </a:lnTo>
                <a:cubicBezTo>
                  <a:pt x="11734106" y="911360"/>
                  <a:pt x="11773008" y="895495"/>
                  <a:pt x="11819427" y="911634"/>
                </a:cubicBezTo>
                <a:lnTo>
                  <a:pt x="11969720" y="964737"/>
                </a:lnTo>
                <a:cubicBezTo>
                  <a:pt x="12009110" y="978008"/>
                  <a:pt x="12010206" y="989588"/>
                  <a:pt x="12055766" y="991268"/>
                </a:cubicBezTo>
                <a:cubicBezTo>
                  <a:pt x="12105723" y="1003445"/>
                  <a:pt x="12068493" y="1020292"/>
                  <a:pt x="12171539" y="995427"/>
                </a:cubicBezTo>
                <a:cubicBezTo>
                  <a:pt x="12174929" y="995822"/>
                  <a:pt x="12180763" y="996228"/>
                  <a:pt x="12187831" y="996580"/>
                </a:cubicBezTo>
                <a:lnTo>
                  <a:pt x="12192000" y="996726"/>
                </a:lnTo>
                <a:lnTo>
                  <a:pt x="12192000" y="4939827"/>
                </a:lnTo>
                <a:lnTo>
                  <a:pt x="0" y="4939827"/>
                </a:lnTo>
                <a:lnTo>
                  <a:pt x="0" y="512043"/>
                </a:lnTo>
                <a:lnTo>
                  <a:pt x="7381" y="512580"/>
                </a:lnTo>
                <a:cubicBezTo>
                  <a:pt x="39359" y="514524"/>
                  <a:pt x="72732" y="514144"/>
                  <a:pt x="100029" y="504758"/>
                </a:cubicBezTo>
                <a:cubicBezTo>
                  <a:pt x="115935" y="525779"/>
                  <a:pt x="143126" y="489229"/>
                  <a:pt x="155244" y="525130"/>
                </a:cubicBezTo>
                <a:cubicBezTo>
                  <a:pt x="173881" y="522487"/>
                  <a:pt x="242791" y="514086"/>
                  <a:pt x="254366" y="534449"/>
                </a:cubicBezTo>
                <a:cubicBezTo>
                  <a:pt x="303041" y="537382"/>
                  <a:pt x="380161" y="541650"/>
                  <a:pt x="447292" y="542725"/>
                </a:cubicBezTo>
                <a:cubicBezTo>
                  <a:pt x="530282" y="553078"/>
                  <a:pt x="572130" y="539673"/>
                  <a:pt x="628105" y="547853"/>
                </a:cubicBezTo>
                <a:cubicBezTo>
                  <a:pt x="661608" y="509671"/>
                  <a:pt x="746152" y="605137"/>
                  <a:pt x="783146" y="591799"/>
                </a:cubicBezTo>
                <a:cubicBezTo>
                  <a:pt x="862499" y="590113"/>
                  <a:pt x="949481" y="579142"/>
                  <a:pt x="1043676" y="591887"/>
                </a:cubicBezTo>
                <a:cubicBezTo>
                  <a:pt x="1120353" y="576991"/>
                  <a:pt x="1172004" y="553592"/>
                  <a:pt x="1281816" y="520946"/>
                </a:cubicBezTo>
                <a:cubicBezTo>
                  <a:pt x="1339915" y="511282"/>
                  <a:pt x="1459480" y="554579"/>
                  <a:pt x="1486347" y="487310"/>
                </a:cubicBezTo>
                <a:cubicBezTo>
                  <a:pt x="1507765" y="532008"/>
                  <a:pt x="1539168" y="465954"/>
                  <a:pt x="1568079" y="462531"/>
                </a:cubicBezTo>
                <a:cubicBezTo>
                  <a:pt x="1587821" y="491525"/>
                  <a:pt x="1601468" y="469316"/>
                  <a:pt x="1622516" y="466058"/>
                </a:cubicBezTo>
                <a:cubicBezTo>
                  <a:pt x="1630056" y="483510"/>
                  <a:pt x="1647504" y="484261"/>
                  <a:pt x="1655457" y="465359"/>
                </a:cubicBezTo>
                <a:cubicBezTo>
                  <a:pt x="1651800" y="419723"/>
                  <a:pt x="1709718" y="447719"/>
                  <a:pt x="1717454" y="417203"/>
                </a:cubicBezTo>
                <a:cubicBezTo>
                  <a:pt x="1753115" y="414011"/>
                  <a:pt x="1882851" y="412376"/>
                  <a:pt x="1913794" y="365255"/>
                </a:cubicBezTo>
                <a:cubicBezTo>
                  <a:pt x="2001060" y="361067"/>
                  <a:pt x="2099559" y="366414"/>
                  <a:pt x="2129762" y="367832"/>
                </a:cubicBezTo>
                <a:cubicBezTo>
                  <a:pt x="2215380" y="355065"/>
                  <a:pt x="2248807" y="343296"/>
                  <a:pt x="2376970" y="350129"/>
                </a:cubicBezTo>
                <a:cubicBezTo>
                  <a:pt x="2393251" y="360463"/>
                  <a:pt x="2473371" y="379419"/>
                  <a:pt x="2480155" y="359227"/>
                </a:cubicBezTo>
                <a:cubicBezTo>
                  <a:pt x="2520060" y="359505"/>
                  <a:pt x="2561270" y="311415"/>
                  <a:pt x="2586782" y="339352"/>
                </a:cubicBezTo>
                <a:cubicBezTo>
                  <a:pt x="2585230" y="294982"/>
                  <a:pt x="2653633" y="316689"/>
                  <a:pt x="2679617" y="305383"/>
                </a:cubicBezTo>
                <a:cubicBezTo>
                  <a:pt x="2721434" y="266011"/>
                  <a:pt x="2746765" y="276002"/>
                  <a:pt x="2788947" y="250375"/>
                </a:cubicBezTo>
                <a:cubicBezTo>
                  <a:pt x="2851672" y="235447"/>
                  <a:pt x="2913075" y="252766"/>
                  <a:pt x="2965530" y="245958"/>
                </a:cubicBezTo>
                <a:cubicBezTo>
                  <a:pt x="3001911" y="238336"/>
                  <a:pt x="3090203" y="217828"/>
                  <a:pt x="3103677" y="209527"/>
                </a:cubicBezTo>
                <a:lnTo>
                  <a:pt x="3126759" y="211226"/>
                </a:lnTo>
                <a:cubicBezTo>
                  <a:pt x="3136908" y="211889"/>
                  <a:pt x="3148903" y="212490"/>
                  <a:pt x="3164020" y="212779"/>
                </a:cubicBezTo>
                <a:cubicBezTo>
                  <a:pt x="3225474" y="210084"/>
                  <a:pt x="3231859" y="218227"/>
                  <a:pt x="3285019" y="220535"/>
                </a:cubicBezTo>
                <a:cubicBezTo>
                  <a:pt x="3318541" y="222809"/>
                  <a:pt x="3359787" y="223898"/>
                  <a:pt x="3365154" y="226416"/>
                </a:cubicBezTo>
                <a:lnTo>
                  <a:pt x="3367507" y="225416"/>
                </a:lnTo>
                <a:cubicBezTo>
                  <a:pt x="3377583" y="223667"/>
                  <a:pt x="3383502" y="224760"/>
                  <a:pt x="3387567" y="227103"/>
                </a:cubicBezTo>
                <a:lnTo>
                  <a:pt x="3498001" y="231941"/>
                </a:lnTo>
                <a:cubicBezTo>
                  <a:pt x="3513569" y="226158"/>
                  <a:pt x="3539132" y="232525"/>
                  <a:pt x="3561557" y="228095"/>
                </a:cubicBezTo>
                <a:cubicBezTo>
                  <a:pt x="3574944" y="230843"/>
                  <a:pt x="3597426" y="216287"/>
                  <a:pt x="3611920" y="218094"/>
                </a:cubicBezTo>
                <a:lnTo>
                  <a:pt x="3620528" y="218788"/>
                </a:lnTo>
                <a:lnTo>
                  <a:pt x="3620766" y="218511"/>
                </a:lnTo>
                <a:cubicBezTo>
                  <a:pt x="3622780" y="218042"/>
                  <a:pt x="3625663" y="218038"/>
                  <a:pt x="3629977" y="218664"/>
                </a:cubicBezTo>
                <a:lnTo>
                  <a:pt x="3636217" y="220048"/>
                </a:lnTo>
                <a:lnTo>
                  <a:pt x="3709484" y="186927"/>
                </a:lnTo>
                <a:cubicBezTo>
                  <a:pt x="3731015" y="183190"/>
                  <a:pt x="3745790" y="180810"/>
                  <a:pt x="3761342" y="177474"/>
                </a:cubicBezTo>
                <a:lnTo>
                  <a:pt x="3799748" y="167154"/>
                </a:lnTo>
                <a:lnTo>
                  <a:pt x="3922756" y="194044"/>
                </a:lnTo>
                <a:cubicBezTo>
                  <a:pt x="3960877" y="203465"/>
                  <a:pt x="3965250" y="215357"/>
                  <a:pt x="4028476" y="223679"/>
                </a:cubicBezTo>
                <a:cubicBezTo>
                  <a:pt x="4088751" y="228019"/>
                  <a:pt x="4139112" y="248870"/>
                  <a:pt x="4191582" y="238952"/>
                </a:cubicBezTo>
                <a:cubicBezTo>
                  <a:pt x="4210842" y="254091"/>
                  <a:pt x="4229809" y="260810"/>
                  <a:pt x="4251024" y="240874"/>
                </a:cubicBezTo>
                <a:cubicBezTo>
                  <a:pt x="4306627" y="250935"/>
                  <a:pt x="4317066" y="281625"/>
                  <a:pt x="4355275" y="260205"/>
                </a:cubicBezTo>
                <a:cubicBezTo>
                  <a:pt x="4390577" y="327090"/>
                  <a:pt x="4385658" y="272111"/>
                  <a:pt x="4423807" y="270366"/>
                </a:cubicBezTo>
                <a:cubicBezTo>
                  <a:pt x="4457666" y="271864"/>
                  <a:pt x="4523223" y="267475"/>
                  <a:pt x="4558432" y="269194"/>
                </a:cubicBezTo>
                <a:cubicBezTo>
                  <a:pt x="4594553" y="230955"/>
                  <a:pt x="4596517" y="287120"/>
                  <a:pt x="4635061" y="280682"/>
                </a:cubicBezTo>
                <a:cubicBezTo>
                  <a:pt x="4676560" y="281955"/>
                  <a:pt x="4741782" y="292968"/>
                  <a:pt x="4807427" y="276835"/>
                </a:cubicBezTo>
                <a:cubicBezTo>
                  <a:pt x="4876769" y="256626"/>
                  <a:pt x="4951997" y="249407"/>
                  <a:pt x="5028933" y="183887"/>
                </a:cubicBezTo>
                <a:cubicBezTo>
                  <a:pt x="5044713" y="164149"/>
                  <a:pt x="5073685" y="161161"/>
                  <a:pt x="5093642" y="177214"/>
                </a:cubicBezTo>
                <a:cubicBezTo>
                  <a:pt x="5097077" y="179978"/>
                  <a:pt x="5100108" y="183212"/>
                  <a:pt x="5102642" y="186816"/>
                </a:cubicBezTo>
                <a:cubicBezTo>
                  <a:pt x="5150234" y="139156"/>
                  <a:pt x="5169674" y="190314"/>
                  <a:pt x="5193590" y="156458"/>
                </a:cubicBezTo>
                <a:cubicBezTo>
                  <a:pt x="5257854" y="151722"/>
                  <a:pt x="5301917" y="175841"/>
                  <a:pt x="5323922" y="146332"/>
                </a:cubicBezTo>
                <a:cubicBezTo>
                  <a:pt x="5355266" y="153538"/>
                  <a:pt x="5392601" y="198271"/>
                  <a:pt x="5421860" y="167298"/>
                </a:cubicBezTo>
                <a:cubicBezTo>
                  <a:pt x="5420630" y="196364"/>
                  <a:pt x="5461576" y="151467"/>
                  <a:pt x="5476948" y="173249"/>
                </a:cubicBezTo>
                <a:cubicBezTo>
                  <a:pt x="5487334" y="191763"/>
                  <a:pt x="5502178" y="182456"/>
                  <a:pt x="5516842" y="184018"/>
                </a:cubicBezTo>
                <a:cubicBezTo>
                  <a:pt x="5533140" y="200158"/>
                  <a:pt x="5599828" y="189750"/>
                  <a:pt x="5619415" y="176781"/>
                </a:cubicBezTo>
                <a:cubicBezTo>
                  <a:pt x="5690073" y="168499"/>
                  <a:pt x="5748631" y="186964"/>
                  <a:pt x="5789867" y="150304"/>
                </a:cubicBezTo>
                <a:cubicBezTo>
                  <a:pt x="5802836" y="146282"/>
                  <a:pt x="5814753" y="145947"/>
                  <a:pt x="5825953" y="147907"/>
                </a:cubicBezTo>
                <a:lnTo>
                  <a:pt x="5856168" y="158719"/>
                </a:lnTo>
                <a:lnTo>
                  <a:pt x="5862476" y="172447"/>
                </a:lnTo>
                <a:lnTo>
                  <a:pt x="5882195" y="173195"/>
                </a:lnTo>
                <a:lnTo>
                  <a:pt x="5952585" y="161012"/>
                </a:lnTo>
                <a:cubicBezTo>
                  <a:pt x="5962273" y="166588"/>
                  <a:pt x="5992020" y="151579"/>
                  <a:pt x="6001964" y="154786"/>
                </a:cubicBezTo>
                <a:cubicBezTo>
                  <a:pt x="6061748" y="122178"/>
                  <a:pt x="6101539" y="131534"/>
                  <a:pt x="6184207" y="132658"/>
                </a:cubicBezTo>
                <a:cubicBezTo>
                  <a:pt x="6266582" y="127016"/>
                  <a:pt x="6286876" y="151859"/>
                  <a:pt x="6415830" y="136006"/>
                </a:cubicBezTo>
                <a:cubicBezTo>
                  <a:pt x="6563502" y="116945"/>
                  <a:pt x="6684679" y="79367"/>
                  <a:pt x="6756965" y="57636"/>
                </a:cubicBezTo>
                <a:cubicBezTo>
                  <a:pt x="6761544" y="48663"/>
                  <a:pt x="6812642" y="36519"/>
                  <a:pt x="6819400" y="30742"/>
                </a:cubicBezTo>
                <a:lnTo>
                  <a:pt x="6986370" y="12659"/>
                </a:lnTo>
                <a:lnTo>
                  <a:pt x="6989536" y="14528"/>
                </a:lnTo>
                <a:cubicBezTo>
                  <a:pt x="7002946" y="17364"/>
                  <a:pt x="7010700" y="14716"/>
                  <a:pt x="7015933" y="9653"/>
                </a:cubicBezTo>
                <a:lnTo>
                  <a:pt x="7020592" y="1651"/>
                </a:lnTo>
                <a:lnTo>
                  <a:pt x="7025905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125BE9-BC69-D7D4-6C13-096BB1E84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4744" y="5198168"/>
            <a:ext cx="9859618" cy="6427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/>
              <a:t>Business Intelligence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4BB53B-750C-2BFA-3274-A273B9A3ED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8774" y="5928655"/>
            <a:ext cx="7831559" cy="410689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1600"/>
              <a:t>Data to guide decisions</a:t>
            </a: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3389D0BC-BA1D-4360-88F9-D9ECCBDAB5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17950" y="647758"/>
            <a:ext cx="8355105" cy="4392652"/>
          </a:xfrm>
          <a:custGeom>
            <a:avLst/>
            <a:gdLst>
              <a:gd name="connsiteX0" fmla="*/ 0 w 2400300"/>
              <a:gd name="connsiteY0" fmla="*/ 0 h 2400300"/>
              <a:gd name="connsiteX1" fmla="*/ 2400300 w 2400300"/>
              <a:gd name="connsiteY1" fmla="*/ 0 h 2400300"/>
              <a:gd name="connsiteX2" fmla="*/ 2400300 w 2400300"/>
              <a:gd name="connsiteY2" fmla="*/ 2400300 h 2400300"/>
              <a:gd name="connsiteX3" fmla="*/ 0 w 2400300"/>
              <a:gd name="connsiteY3" fmla="*/ 2400300 h 240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0300" h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  <a:effectLst>
            <a:outerShdw blurRad="25400" dist="12700" dir="3000000" algn="tl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" name="Content Placeholder 4" descr="A screenshot of a graph&#10;&#10;AI-generated content may be incorrect.">
            <a:extLst>
              <a:ext uri="{FF2B5EF4-FFF2-40B4-BE49-F238E27FC236}">
                <a16:creationId xmlns:a16="http://schemas.microsoft.com/office/drawing/2014/main" id="{6819D1A2-02D9-ACEC-0187-31B83D41A2E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361"/>
          <a:stretch>
            <a:fillRect/>
          </a:stretch>
        </p:blipFill>
        <p:spPr>
          <a:xfrm>
            <a:off x="2079812" y="805516"/>
            <a:ext cx="8032376" cy="4074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9761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screenshot of a graph&#10;&#10;AI-generated content may be incorrect.">
            <a:extLst>
              <a:ext uri="{FF2B5EF4-FFF2-40B4-BE49-F238E27FC236}">
                <a16:creationId xmlns:a16="http://schemas.microsoft.com/office/drawing/2014/main" id="{BDF745AE-38FD-19BF-48BD-AF13C438C3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2649" r="-1" b="-1"/>
          <a:stretch>
            <a:fillRect/>
          </a:stretch>
        </p:blipFill>
        <p:spPr>
          <a:xfrm>
            <a:off x="811835" y="457200"/>
            <a:ext cx="10568329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0499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Order Fulfillment</vt:lpstr>
      <vt:lpstr>Business Process</vt:lpstr>
      <vt:lpstr>High Level Dimensional Model</vt:lpstr>
      <vt:lpstr>Order fulfillment</vt:lpstr>
      <vt:lpstr>Dim &amp; Fact Table</vt:lpstr>
      <vt:lpstr>Parameters and Success</vt:lpstr>
      <vt:lpstr>Business Intelligence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85</cp:revision>
  <dcterms:created xsi:type="dcterms:W3CDTF">2026-03-26T15:42:35Z</dcterms:created>
  <dcterms:modified xsi:type="dcterms:W3CDTF">2026-03-29T23:06:16Z</dcterms:modified>
</cp:coreProperties>
</file>